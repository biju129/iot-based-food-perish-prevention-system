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4"/>
  </p:notesMasterIdLst>
  <p:sldIdLst>
    <p:sldId id="256" r:id="rId2"/>
    <p:sldId id="257" r:id="rId3"/>
    <p:sldId id="258" r:id="rId4"/>
    <p:sldId id="259" r:id="rId5"/>
    <p:sldId id="261" r:id="rId6"/>
    <p:sldId id="262" r:id="rId7"/>
    <p:sldId id="263" r:id="rId8"/>
    <p:sldId id="264" r:id="rId9"/>
    <p:sldId id="267" r:id="rId10"/>
    <p:sldId id="285" r:id="rId11"/>
    <p:sldId id="271" r:id="rId12"/>
    <p:sldId id="283" r:id="rId13"/>
    <p:sldId id="260" r:id="rId14"/>
    <p:sldId id="273" r:id="rId15"/>
    <p:sldId id="274" r:id="rId16"/>
    <p:sldId id="275" r:id="rId17"/>
    <p:sldId id="276" r:id="rId18"/>
    <p:sldId id="277" r:id="rId19"/>
    <p:sldId id="278" r:id="rId20"/>
    <p:sldId id="279" r:id="rId21"/>
    <p:sldId id="280" r:id="rId22"/>
    <p:sldId id="282" r:id="rId23"/>
    <p:sldId id="281" r:id="rId24"/>
    <p:sldId id="289" r:id="rId25"/>
    <p:sldId id="286" r:id="rId26"/>
    <p:sldId id="287" r:id="rId27"/>
    <p:sldId id="288" r:id="rId28"/>
    <p:sldId id="290" r:id="rId29"/>
    <p:sldId id="284" r:id="rId30"/>
    <p:sldId id="268" r:id="rId31"/>
    <p:sldId id="269" r:id="rId32"/>
    <p:sldId id="270"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_rels/data1.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sv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diagrams/_rels/data2.xml.rels><?xml version="1.0" encoding="UTF-8" standalone="yes"?>
<Relationships xmlns="http://schemas.openxmlformats.org/package/2006/relationships"><Relationship Id="rId8" Type="http://schemas.openxmlformats.org/officeDocument/2006/relationships/image" Target="../media/image50.svg"/><Relationship Id="rId13" Type="http://schemas.openxmlformats.org/officeDocument/2006/relationships/image" Target="../media/image55.png"/><Relationship Id="rId3" Type="http://schemas.openxmlformats.org/officeDocument/2006/relationships/image" Target="../media/image45.png"/><Relationship Id="rId7" Type="http://schemas.openxmlformats.org/officeDocument/2006/relationships/image" Target="../media/image49.png"/><Relationship Id="rId12" Type="http://schemas.openxmlformats.org/officeDocument/2006/relationships/image" Target="../media/image54.sv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8.svg"/><Relationship Id="rId11" Type="http://schemas.openxmlformats.org/officeDocument/2006/relationships/image" Target="../media/image53.png"/><Relationship Id="rId5" Type="http://schemas.openxmlformats.org/officeDocument/2006/relationships/image" Target="../media/image47.png"/><Relationship Id="rId10" Type="http://schemas.openxmlformats.org/officeDocument/2006/relationships/image" Target="../media/image52.svg"/><Relationship Id="rId4" Type="http://schemas.openxmlformats.org/officeDocument/2006/relationships/image" Target="../media/image46.svg"/><Relationship Id="rId9" Type="http://schemas.openxmlformats.org/officeDocument/2006/relationships/image" Target="../media/image51.png"/><Relationship Id="rId14" Type="http://schemas.openxmlformats.org/officeDocument/2006/relationships/image" Target="../media/image5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sv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diagrams/_rels/drawing2.xml.rels><?xml version="1.0" encoding="UTF-8" standalone="yes"?>
<Relationships xmlns="http://schemas.openxmlformats.org/package/2006/relationships"><Relationship Id="rId8" Type="http://schemas.openxmlformats.org/officeDocument/2006/relationships/image" Target="../media/image50.svg"/><Relationship Id="rId13" Type="http://schemas.openxmlformats.org/officeDocument/2006/relationships/image" Target="../media/image55.png"/><Relationship Id="rId3" Type="http://schemas.openxmlformats.org/officeDocument/2006/relationships/image" Target="../media/image45.png"/><Relationship Id="rId7" Type="http://schemas.openxmlformats.org/officeDocument/2006/relationships/image" Target="../media/image49.png"/><Relationship Id="rId12" Type="http://schemas.openxmlformats.org/officeDocument/2006/relationships/image" Target="../media/image54.sv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8.svg"/><Relationship Id="rId11" Type="http://schemas.openxmlformats.org/officeDocument/2006/relationships/image" Target="../media/image53.png"/><Relationship Id="rId5" Type="http://schemas.openxmlformats.org/officeDocument/2006/relationships/image" Target="../media/image47.png"/><Relationship Id="rId10" Type="http://schemas.openxmlformats.org/officeDocument/2006/relationships/image" Target="../media/image52.svg"/><Relationship Id="rId4" Type="http://schemas.openxmlformats.org/officeDocument/2006/relationships/image" Target="../media/image46.svg"/><Relationship Id="rId9" Type="http://schemas.openxmlformats.org/officeDocument/2006/relationships/image" Target="../media/image51.png"/><Relationship Id="rId14" Type="http://schemas.openxmlformats.org/officeDocument/2006/relationships/image" Target="../media/image56.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569EA2-D4B9-4666-9512-4C43E75566F4}"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79A0EB8-AD13-43B3-B35D-30C2247DDD1D}">
      <dgm:prSet/>
      <dgm:spPr/>
      <dgm:t>
        <a:bodyPr/>
        <a:lstStyle/>
        <a:p>
          <a:r>
            <a:rPr lang="en-US"/>
            <a:t>This prototype is designed to maintain optimal temperature for perishable goods during transportation using heating and cooling systems.</a:t>
          </a:r>
        </a:p>
      </dgm:t>
    </dgm:pt>
    <dgm:pt modelId="{74A53DD9-3992-4F3A-A52F-E71D684C49D2}" type="parTrans" cxnId="{DA767821-3E39-4512-A550-DE54E8DD9D45}">
      <dgm:prSet/>
      <dgm:spPr/>
      <dgm:t>
        <a:bodyPr/>
        <a:lstStyle/>
        <a:p>
          <a:endParaRPr lang="en-US"/>
        </a:p>
      </dgm:t>
    </dgm:pt>
    <dgm:pt modelId="{15C15A78-4720-47A5-AD63-A46A5800ED88}" type="sibTrans" cxnId="{DA767821-3E39-4512-A550-DE54E8DD9D45}">
      <dgm:prSet/>
      <dgm:spPr/>
      <dgm:t>
        <a:bodyPr/>
        <a:lstStyle/>
        <a:p>
          <a:endParaRPr lang="en-US"/>
        </a:p>
      </dgm:t>
    </dgm:pt>
    <dgm:pt modelId="{C5CAC7B6-F459-4A29-A9F4-05C5B121F9F2}">
      <dgm:prSet/>
      <dgm:spPr/>
      <dgm:t>
        <a:bodyPr/>
        <a:lstStyle/>
        <a:p>
          <a:r>
            <a:rPr lang="en-US"/>
            <a:t>It integrates multiple sensors (DS18B20, LM35, DHT11) for precise temperature and humidity monitoring.</a:t>
          </a:r>
        </a:p>
      </dgm:t>
    </dgm:pt>
    <dgm:pt modelId="{A5D298B9-A4FF-4AA4-86B9-2D12951AF153}" type="parTrans" cxnId="{A2CF39BC-45A4-4557-AB3A-A283ECDDDEF5}">
      <dgm:prSet/>
      <dgm:spPr/>
      <dgm:t>
        <a:bodyPr/>
        <a:lstStyle/>
        <a:p>
          <a:endParaRPr lang="en-US"/>
        </a:p>
      </dgm:t>
    </dgm:pt>
    <dgm:pt modelId="{6DF6A91E-62B2-417D-BA8B-C3113736E1AE}" type="sibTrans" cxnId="{A2CF39BC-45A4-4557-AB3A-A283ECDDDEF5}">
      <dgm:prSet/>
      <dgm:spPr/>
      <dgm:t>
        <a:bodyPr/>
        <a:lstStyle/>
        <a:p>
          <a:endParaRPr lang="en-US"/>
        </a:p>
      </dgm:t>
    </dgm:pt>
    <dgm:pt modelId="{FEB67B94-1EE2-4372-B545-418F41D0E0ED}">
      <dgm:prSet/>
      <dgm:spPr/>
      <dgm:t>
        <a:bodyPr/>
        <a:lstStyle/>
        <a:p>
          <a:r>
            <a:rPr lang="en-US"/>
            <a:t>The cooling system uses a Peltier module paired with a 12V CPU cooling fan, while heating is managed by a 12V 40W cartridge heater.</a:t>
          </a:r>
        </a:p>
      </dgm:t>
    </dgm:pt>
    <dgm:pt modelId="{7206AC78-8815-4894-B3E8-83C6B742EB89}" type="parTrans" cxnId="{B778C1EF-C80A-4FDB-A963-9A9F680C77AD}">
      <dgm:prSet/>
      <dgm:spPr/>
      <dgm:t>
        <a:bodyPr/>
        <a:lstStyle/>
        <a:p>
          <a:endParaRPr lang="en-US"/>
        </a:p>
      </dgm:t>
    </dgm:pt>
    <dgm:pt modelId="{EE9F4F76-86CD-4120-9E45-C85178003101}" type="sibTrans" cxnId="{B778C1EF-C80A-4FDB-A963-9A9F680C77AD}">
      <dgm:prSet/>
      <dgm:spPr/>
      <dgm:t>
        <a:bodyPr/>
        <a:lstStyle/>
        <a:p>
          <a:endParaRPr lang="en-US"/>
        </a:p>
      </dgm:t>
    </dgm:pt>
    <dgm:pt modelId="{F6235928-A5F7-4DC5-BCED-E9A9783D331B}">
      <dgm:prSet/>
      <dgm:spPr/>
      <dgm:t>
        <a:bodyPr/>
        <a:lstStyle/>
        <a:p>
          <a:r>
            <a:rPr lang="en-US"/>
            <a:t>An Arduino Uno controls the sensors and relays, while a ESP01 module sends real-time data to ThingSpeak for remote monitoring.</a:t>
          </a:r>
        </a:p>
      </dgm:t>
    </dgm:pt>
    <dgm:pt modelId="{D4CAC5C2-20D8-475A-88B0-4BD43E18F61B}" type="parTrans" cxnId="{30BD1744-612E-4089-A34F-3AFAC5EBC6E4}">
      <dgm:prSet/>
      <dgm:spPr/>
      <dgm:t>
        <a:bodyPr/>
        <a:lstStyle/>
        <a:p>
          <a:endParaRPr lang="en-US"/>
        </a:p>
      </dgm:t>
    </dgm:pt>
    <dgm:pt modelId="{D82835E3-7296-4DA5-AE13-29033C7E8A40}" type="sibTrans" cxnId="{30BD1744-612E-4089-A34F-3AFAC5EBC6E4}">
      <dgm:prSet/>
      <dgm:spPr/>
      <dgm:t>
        <a:bodyPr/>
        <a:lstStyle/>
        <a:p>
          <a:endParaRPr lang="en-US"/>
        </a:p>
      </dgm:t>
    </dgm:pt>
    <dgm:pt modelId="{06978C0A-5E00-4A3A-9610-ED7D95C67349}">
      <dgm:prSet/>
      <dgm:spPr/>
      <dgm:t>
        <a:bodyPr/>
        <a:lstStyle/>
        <a:p>
          <a:r>
            <a:rPr lang="en-US"/>
            <a:t>User inputs for mode and food type selection are facilitated through six push buttons and displayed on a 16x2 LCD with I2C interface.</a:t>
          </a:r>
        </a:p>
      </dgm:t>
    </dgm:pt>
    <dgm:pt modelId="{8E827CE1-BB17-4E05-A96F-BD0AAFAE0F19}" type="parTrans" cxnId="{96BFDC21-06D5-484A-8005-9EC7DE52FE57}">
      <dgm:prSet/>
      <dgm:spPr/>
      <dgm:t>
        <a:bodyPr/>
        <a:lstStyle/>
        <a:p>
          <a:endParaRPr lang="en-US"/>
        </a:p>
      </dgm:t>
    </dgm:pt>
    <dgm:pt modelId="{B00BC43C-56CA-4248-961E-8B6E10CB8668}" type="sibTrans" cxnId="{96BFDC21-06D5-484A-8005-9EC7DE52FE57}">
      <dgm:prSet/>
      <dgm:spPr/>
      <dgm:t>
        <a:bodyPr/>
        <a:lstStyle/>
        <a:p>
          <a:endParaRPr lang="en-US"/>
        </a:p>
      </dgm:t>
    </dgm:pt>
    <dgm:pt modelId="{3E26C033-F489-4D7E-AE2A-C9E87C820CE1}">
      <dgm:prSet/>
      <dgm:spPr/>
      <dgm:t>
        <a:bodyPr/>
        <a:lstStyle/>
        <a:p>
          <a:r>
            <a:rPr lang="en-US"/>
            <a:t>This scalable solution supports multi-compartment setups in commercial vehicles, ensuring customized temperature control for different food categories.</a:t>
          </a:r>
        </a:p>
      </dgm:t>
    </dgm:pt>
    <dgm:pt modelId="{85AAA83A-8A12-42AB-AFEA-9A47E846AC98}" type="parTrans" cxnId="{56B30AD2-1466-47D5-9308-7F1BCD0F7FA7}">
      <dgm:prSet/>
      <dgm:spPr/>
      <dgm:t>
        <a:bodyPr/>
        <a:lstStyle/>
        <a:p>
          <a:endParaRPr lang="en-US"/>
        </a:p>
      </dgm:t>
    </dgm:pt>
    <dgm:pt modelId="{4AF0FAC9-FE63-4DBE-BC3E-054C4776CCAB}" type="sibTrans" cxnId="{56B30AD2-1466-47D5-9308-7F1BCD0F7FA7}">
      <dgm:prSet/>
      <dgm:spPr/>
      <dgm:t>
        <a:bodyPr/>
        <a:lstStyle/>
        <a:p>
          <a:endParaRPr lang="en-US"/>
        </a:p>
      </dgm:t>
    </dgm:pt>
    <dgm:pt modelId="{6B939E85-6A92-42F0-A085-4EE4A5EF250E}" type="pres">
      <dgm:prSet presAssocID="{64569EA2-D4B9-4666-9512-4C43E75566F4}" presName="root" presStyleCnt="0">
        <dgm:presLayoutVars>
          <dgm:dir/>
          <dgm:resizeHandles val="exact"/>
        </dgm:presLayoutVars>
      </dgm:prSet>
      <dgm:spPr/>
    </dgm:pt>
    <dgm:pt modelId="{E091D045-6A79-473B-9B09-B030F61889B4}" type="pres">
      <dgm:prSet presAssocID="{F79A0EB8-AD13-43B3-B35D-30C2247DDD1D}" presName="compNode" presStyleCnt="0"/>
      <dgm:spPr/>
    </dgm:pt>
    <dgm:pt modelId="{64C46255-856B-458F-A8EF-2D4C06884EE5}" type="pres">
      <dgm:prSet presAssocID="{F79A0EB8-AD13-43B3-B35D-30C2247DDD1D}" presName="bgRect" presStyleLbl="bgShp" presStyleIdx="0" presStyleCnt="6"/>
      <dgm:spPr/>
    </dgm:pt>
    <dgm:pt modelId="{7E5E45CD-ACE4-485E-9841-CB0CEB4204B5}" type="pres">
      <dgm:prSet presAssocID="{F79A0EB8-AD13-43B3-B35D-30C2247DDD1D}"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hermometer"/>
        </a:ext>
      </dgm:extLst>
    </dgm:pt>
    <dgm:pt modelId="{F1E28EB4-9892-4A8E-BB06-45C8459645A3}" type="pres">
      <dgm:prSet presAssocID="{F79A0EB8-AD13-43B3-B35D-30C2247DDD1D}" presName="spaceRect" presStyleCnt="0"/>
      <dgm:spPr/>
    </dgm:pt>
    <dgm:pt modelId="{3A2791E3-94E7-4AF3-A9B7-87544F9FD66D}" type="pres">
      <dgm:prSet presAssocID="{F79A0EB8-AD13-43B3-B35D-30C2247DDD1D}" presName="parTx" presStyleLbl="revTx" presStyleIdx="0" presStyleCnt="6">
        <dgm:presLayoutVars>
          <dgm:chMax val="0"/>
          <dgm:chPref val="0"/>
        </dgm:presLayoutVars>
      </dgm:prSet>
      <dgm:spPr/>
    </dgm:pt>
    <dgm:pt modelId="{1606CF8E-CC7A-42B0-A77E-9A061873E354}" type="pres">
      <dgm:prSet presAssocID="{15C15A78-4720-47A5-AD63-A46A5800ED88}" presName="sibTrans" presStyleCnt="0"/>
      <dgm:spPr/>
    </dgm:pt>
    <dgm:pt modelId="{F58E65F7-0097-4764-B4CE-C1ED5BB95F3D}" type="pres">
      <dgm:prSet presAssocID="{C5CAC7B6-F459-4A29-A9F4-05C5B121F9F2}" presName="compNode" presStyleCnt="0"/>
      <dgm:spPr/>
    </dgm:pt>
    <dgm:pt modelId="{FD38BD58-9EC6-46F6-9739-B3E1BF6544D3}" type="pres">
      <dgm:prSet presAssocID="{C5CAC7B6-F459-4A29-A9F4-05C5B121F9F2}" presName="bgRect" presStyleLbl="bgShp" presStyleIdx="1" presStyleCnt="6"/>
      <dgm:spPr/>
    </dgm:pt>
    <dgm:pt modelId="{819B2729-DF9E-4725-A968-B6983C2D854C}" type="pres">
      <dgm:prSet presAssocID="{C5CAC7B6-F459-4A29-A9F4-05C5B121F9F2}"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ainbow"/>
        </a:ext>
      </dgm:extLst>
    </dgm:pt>
    <dgm:pt modelId="{0360EDFA-1F02-46C7-9433-6F987AAFC0B9}" type="pres">
      <dgm:prSet presAssocID="{C5CAC7B6-F459-4A29-A9F4-05C5B121F9F2}" presName="spaceRect" presStyleCnt="0"/>
      <dgm:spPr/>
    </dgm:pt>
    <dgm:pt modelId="{D08E4E49-E4ED-4C3B-8D4F-7A6EB60390E9}" type="pres">
      <dgm:prSet presAssocID="{C5CAC7B6-F459-4A29-A9F4-05C5B121F9F2}" presName="parTx" presStyleLbl="revTx" presStyleIdx="1" presStyleCnt="6">
        <dgm:presLayoutVars>
          <dgm:chMax val="0"/>
          <dgm:chPref val="0"/>
        </dgm:presLayoutVars>
      </dgm:prSet>
      <dgm:spPr/>
    </dgm:pt>
    <dgm:pt modelId="{F36282E2-C03B-4BF0-A575-CCC367B5F506}" type="pres">
      <dgm:prSet presAssocID="{6DF6A91E-62B2-417D-BA8B-C3113736E1AE}" presName="sibTrans" presStyleCnt="0"/>
      <dgm:spPr/>
    </dgm:pt>
    <dgm:pt modelId="{7E082F80-B77B-43D4-8D92-605C6EEAC1D6}" type="pres">
      <dgm:prSet presAssocID="{FEB67B94-1EE2-4372-B545-418F41D0E0ED}" presName="compNode" presStyleCnt="0"/>
      <dgm:spPr/>
    </dgm:pt>
    <dgm:pt modelId="{B64D87FB-FE9F-410E-B389-3AF82F054490}" type="pres">
      <dgm:prSet presAssocID="{FEB67B94-1EE2-4372-B545-418F41D0E0ED}" presName="bgRect" presStyleLbl="bgShp" presStyleIdx="2" presStyleCnt="6"/>
      <dgm:spPr/>
    </dgm:pt>
    <dgm:pt modelId="{0384F4E3-A91B-4ACE-B75B-E7845DC84A77}" type="pres">
      <dgm:prSet presAssocID="{FEB67B94-1EE2-4372-B545-418F41D0E0ED}"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7B4BBDBF-B093-4C2D-9480-AB6EA7125EDA}" type="pres">
      <dgm:prSet presAssocID="{FEB67B94-1EE2-4372-B545-418F41D0E0ED}" presName="spaceRect" presStyleCnt="0"/>
      <dgm:spPr/>
    </dgm:pt>
    <dgm:pt modelId="{27FEB7E1-F3C1-4802-A52C-FBF50FAC8F54}" type="pres">
      <dgm:prSet presAssocID="{FEB67B94-1EE2-4372-B545-418F41D0E0ED}" presName="parTx" presStyleLbl="revTx" presStyleIdx="2" presStyleCnt="6">
        <dgm:presLayoutVars>
          <dgm:chMax val="0"/>
          <dgm:chPref val="0"/>
        </dgm:presLayoutVars>
      </dgm:prSet>
      <dgm:spPr/>
    </dgm:pt>
    <dgm:pt modelId="{EFC6D1EC-3EA3-4BEE-A838-5724418B157F}" type="pres">
      <dgm:prSet presAssocID="{EE9F4F76-86CD-4120-9E45-C85178003101}" presName="sibTrans" presStyleCnt="0"/>
      <dgm:spPr/>
    </dgm:pt>
    <dgm:pt modelId="{184387FF-F435-4D1F-BDAF-B3E503A4B4F7}" type="pres">
      <dgm:prSet presAssocID="{F6235928-A5F7-4DC5-BCED-E9A9783D331B}" presName="compNode" presStyleCnt="0"/>
      <dgm:spPr/>
    </dgm:pt>
    <dgm:pt modelId="{56CD6CF1-1DAD-40E6-98DC-563834FC9AC3}" type="pres">
      <dgm:prSet presAssocID="{F6235928-A5F7-4DC5-BCED-E9A9783D331B}" presName="bgRect" presStyleLbl="bgShp" presStyleIdx="3" presStyleCnt="6"/>
      <dgm:spPr/>
    </dgm:pt>
    <dgm:pt modelId="{C901392F-D08E-4CCB-A7FD-B1DEBD7B0777}" type="pres">
      <dgm:prSet presAssocID="{F6235928-A5F7-4DC5-BCED-E9A9783D331B}"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tream"/>
        </a:ext>
      </dgm:extLst>
    </dgm:pt>
    <dgm:pt modelId="{FE60B310-DC41-4E80-B685-89595B291810}" type="pres">
      <dgm:prSet presAssocID="{F6235928-A5F7-4DC5-BCED-E9A9783D331B}" presName="spaceRect" presStyleCnt="0"/>
      <dgm:spPr/>
    </dgm:pt>
    <dgm:pt modelId="{97CB12EF-50E0-430C-9B0E-43481428DAD8}" type="pres">
      <dgm:prSet presAssocID="{F6235928-A5F7-4DC5-BCED-E9A9783D331B}" presName="parTx" presStyleLbl="revTx" presStyleIdx="3" presStyleCnt="6">
        <dgm:presLayoutVars>
          <dgm:chMax val="0"/>
          <dgm:chPref val="0"/>
        </dgm:presLayoutVars>
      </dgm:prSet>
      <dgm:spPr/>
    </dgm:pt>
    <dgm:pt modelId="{489A485A-D599-4570-B902-1FCA5B88C563}" type="pres">
      <dgm:prSet presAssocID="{D82835E3-7296-4DA5-AE13-29033C7E8A40}" presName="sibTrans" presStyleCnt="0"/>
      <dgm:spPr/>
    </dgm:pt>
    <dgm:pt modelId="{2BB2B0A6-A6B1-464E-B1B3-74DF0F12A30B}" type="pres">
      <dgm:prSet presAssocID="{06978C0A-5E00-4A3A-9610-ED7D95C67349}" presName="compNode" presStyleCnt="0"/>
      <dgm:spPr/>
    </dgm:pt>
    <dgm:pt modelId="{45A0E47E-42DF-4CF7-ABDC-0E74CA84E6FB}" type="pres">
      <dgm:prSet presAssocID="{06978C0A-5E00-4A3A-9610-ED7D95C67349}" presName="bgRect" presStyleLbl="bgShp" presStyleIdx="4" presStyleCnt="6"/>
      <dgm:spPr/>
    </dgm:pt>
    <dgm:pt modelId="{C40A4ED3-4613-4245-90AB-9EA6FFD44F86}" type="pres">
      <dgm:prSet presAssocID="{06978C0A-5E00-4A3A-9610-ED7D95C67349}"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Web Design"/>
        </a:ext>
      </dgm:extLst>
    </dgm:pt>
    <dgm:pt modelId="{CC5DB6AE-9C1C-43B3-AB91-74E3805AB79D}" type="pres">
      <dgm:prSet presAssocID="{06978C0A-5E00-4A3A-9610-ED7D95C67349}" presName="spaceRect" presStyleCnt="0"/>
      <dgm:spPr/>
    </dgm:pt>
    <dgm:pt modelId="{D27ACC67-ECFB-4311-B4F3-8272E0BE6F9F}" type="pres">
      <dgm:prSet presAssocID="{06978C0A-5E00-4A3A-9610-ED7D95C67349}" presName="parTx" presStyleLbl="revTx" presStyleIdx="4" presStyleCnt="6">
        <dgm:presLayoutVars>
          <dgm:chMax val="0"/>
          <dgm:chPref val="0"/>
        </dgm:presLayoutVars>
      </dgm:prSet>
      <dgm:spPr/>
    </dgm:pt>
    <dgm:pt modelId="{80A8FC32-9B47-47ED-8C73-596F689AF401}" type="pres">
      <dgm:prSet presAssocID="{B00BC43C-56CA-4248-961E-8B6E10CB8668}" presName="sibTrans" presStyleCnt="0"/>
      <dgm:spPr/>
    </dgm:pt>
    <dgm:pt modelId="{092BA3A8-DFC2-45B2-8D66-76073F982615}" type="pres">
      <dgm:prSet presAssocID="{3E26C033-F489-4D7E-AE2A-C9E87C820CE1}" presName="compNode" presStyleCnt="0"/>
      <dgm:spPr/>
    </dgm:pt>
    <dgm:pt modelId="{8C4D135C-14CF-4EA8-89A4-08322E8C0151}" type="pres">
      <dgm:prSet presAssocID="{3E26C033-F489-4D7E-AE2A-C9E87C820CE1}" presName="bgRect" presStyleLbl="bgShp" presStyleIdx="5" presStyleCnt="6"/>
      <dgm:spPr/>
    </dgm:pt>
    <dgm:pt modelId="{4033EF8A-79B2-4E2F-BEA8-386B6471E699}" type="pres">
      <dgm:prSet presAssocID="{3E26C033-F489-4D7E-AE2A-C9E87C820CE1}"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Electric Car"/>
        </a:ext>
      </dgm:extLst>
    </dgm:pt>
    <dgm:pt modelId="{4349144B-F256-4009-9247-7E3EDA2D7675}" type="pres">
      <dgm:prSet presAssocID="{3E26C033-F489-4D7E-AE2A-C9E87C820CE1}" presName="spaceRect" presStyleCnt="0"/>
      <dgm:spPr/>
    </dgm:pt>
    <dgm:pt modelId="{89D21E01-2319-4CD2-B0D5-C0B8B2932A86}" type="pres">
      <dgm:prSet presAssocID="{3E26C033-F489-4D7E-AE2A-C9E87C820CE1}" presName="parTx" presStyleLbl="revTx" presStyleIdx="5" presStyleCnt="6">
        <dgm:presLayoutVars>
          <dgm:chMax val="0"/>
          <dgm:chPref val="0"/>
        </dgm:presLayoutVars>
      </dgm:prSet>
      <dgm:spPr/>
    </dgm:pt>
  </dgm:ptLst>
  <dgm:cxnLst>
    <dgm:cxn modelId="{7F31020D-3BC7-4511-848A-96B89927B42A}" type="presOf" srcId="{64569EA2-D4B9-4666-9512-4C43E75566F4}" destId="{6B939E85-6A92-42F0-A085-4EE4A5EF250E}" srcOrd="0" destOrd="0" presId="urn:microsoft.com/office/officeart/2018/2/layout/IconVerticalSolidList"/>
    <dgm:cxn modelId="{1B3C5618-8D40-4CF7-B517-141BE268DD65}" type="presOf" srcId="{3E26C033-F489-4D7E-AE2A-C9E87C820CE1}" destId="{89D21E01-2319-4CD2-B0D5-C0B8B2932A86}" srcOrd="0" destOrd="0" presId="urn:microsoft.com/office/officeart/2018/2/layout/IconVerticalSolidList"/>
    <dgm:cxn modelId="{DA767821-3E39-4512-A550-DE54E8DD9D45}" srcId="{64569EA2-D4B9-4666-9512-4C43E75566F4}" destId="{F79A0EB8-AD13-43B3-B35D-30C2247DDD1D}" srcOrd="0" destOrd="0" parTransId="{74A53DD9-3992-4F3A-A52F-E71D684C49D2}" sibTransId="{15C15A78-4720-47A5-AD63-A46A5800ED88}"/>
    <dgm:cxn modelId="{96BFDC21-06D5-484A-8005-9EC7DE52FE57}" srcId="{64569EA2-D4B9-4666-9512-4C43E75566F4}" destId="{06978C0A-5E00-4A3A-9610-ED7D95C67349}" srcOrd="4" destOrd="0" parTransId="{8E827CE1-BB17-4E05-A96F-BD0AAFAE0F19}" sibTransId="{B00BC43C-56CA-4248-961E-8B6E10CB8668}"/>
    <dgm:cxn modelId="{30BD1744-612E-4089-A34F-3AFAC5EBC6E4}" srcId="{64569EA2-D4B9-4666-9512-4C43E75566F4}" destId="{F6235928-A5F7-4DC5-BCED-E9A9783D331B}" srcOrd="3" destOrd="0" parTransId="{D4CAC5C2-20D8-475A-88B0-4BD43E18F61B}" sibTransId="{D82835E3-7296-4DA5-AE13-29033C7E8A40}"/>
    <dgm:cxn modelId="{30CD2771-89DB-4194-90C8-1E7640F97C37}" type="presOf" srcId="{F6235928-A5F7-4DC5-BCED-E9A9783D331B}" destId="{97CB12EF-50E0-430C-9B0E-43481428DAD8}" srcOrd="0" destOrd="0" presId="urn:microsoft.com/office/officeart/2018/2/layout/IconVerticalSolidList"/>
    <dgm:cxn modelId="{6377A882-B4A4-419B-8EAA-55683568C9BD}" type="presOf" srcId="{FEB67B94-1EE2-4372-B545-418F41D0E0ED}" destId="{27FEB7E1-F3C1-4802-A52C-FBF50FAC8F54}" srcOrd="0" destOrd="0" presId="urn:microsoft.com/office/officeart/2018/2/layout/IconVerticalSolidList"/>
    <dgm:cxn modelId="{2D163286-5444-4A1D-97D6-837A42EEE875}" type="presOf" srcId="{06978C0A-5E00-4A3A-9610-ED7D95C67349}" destId="{D27ACC67-ECFB-4311-B4F3-8272E0BE6F9F}" srcOrd="0" destOrd="0" presId="urn:microsoft.com/office/officeart/2018/2/layout/IconVerticalSolidList"/>
    <dgm:cxn modelId="{0AD57CB0-8C4E-45D2-8261-2EE26FF976CD}" type="presOf" srcId="{F79A0EB8-AD13-43B3-B35D-30C2247DDD1D}" destId="{3A2791E3-94E7-4AF3-A9B7-87544F9FD66D}" srcOrd="0" destOrd="0" presId="urn:microsoft.com/office/officeart/2018/2/layout/IconVerticalSolidList"/>
    <dgm:cxn modelId="{A2CF39BC-45A4-4557-AB3A-A283ECDDDEF5}" srcId="{64569EA2-D4B9-4666-9512-4C43E75566F4}" destId="{C5CAC7B6-F459-4A29-A9F4-05C5B121F9F2}" srcOrd="1" destOrd="0" parTransId="{A5D298B9-A4FF-4AA4-86B9-2D12951AF153}" sibTransId="{6DF6A91E-62B2-417D-BA8B-C3113736E1AE}"/>
    <dgm:cxn modelId="{56B30AD2-1466-47D5-9308-7F1BCD0F7FA7}" srcId="{64569EA2-D4B9-4666-9512-4C43E75566F4}" destId="{3E26C033-F489-4D7E-AE2A-C9E87C820CE1}" srcOrd="5" destOrd="0" parTransId="{85AAA83A-8A12-42AB-AFEA-9A47E846AC98}" sibTransId="{4AF0FAC9-FE63-4DBE-BC3E-054C4776CCAB}"/>
    <dgm:cxn modelId="{B778C1EF-C80A-4FDB-A963-9A9F680C77AD}" srcId="{64569EA2-D4B9-4666-9512-4C43E75566F4}" destId="{FEB67B94-1EE2-4372-B545-418F41D0E0ED}" srcOrd="2" destOrd="0" parTransId="{7206AC78-8815-4894-B3E8-83C6B742EB89}" sibTransId="{EE9F4F76-86CD-4120-9E45-C85178003101}"/>
    <dgm:cxn modelId="{411D4DF9-BBB5-48E2-919F-21AC8BF5AA6D}" type="presOf" srcId="{C5CAC7B6-F459-4A29-A9F4-05C5B121F9F2}" destId="{D08E4E49-E4ED-4C3B-8D4F-7A6EB60390E9}" srcOrd="0" destOrd="0" presId="urn:microsoft.com/office/officeart/2018/2/layout/IconVerticalSolidList"/>
    <dgm:cxn modelId="{A5C40669-E30A-4EC6-B746-5164D99667D4}" type="presParOf" srcId="{6B939E85-6A92-42F0-A085-4EE4A5EF250E}" destId="{E091D045-6A79-473B-9B09-B030F61889B4}" srcOrd="0" destOrd="0" presId="urn:microsoft.com/office/officeart/2018/2/layout/IconVerticalSolidList"/>
    <dgm:cxn modelId="{D0FB0C7B-7DAD-4C44-9066-48FC30BC8F37}" type="presParOf" srcId="{E091D045-6A79-473B-9B09-B030F61889B4}" destId="{64C46255-856B-458F-A8EF-2D4C06884EE5}" srcOrd="0" destOrd="0" presId="urn:microsoft.com/office/officeart/2018/2/layout/IconVerticalSolidList"/>
    <dgm:cxn modelId="{9C843555-6A37-42E5-ABCF-1B50198A05D4}" type="presParOf" srcId="{E091D045-6A79-473B-9B09-B030F61889B4}" destId="{7E5E45CD-ACE4-485E-9841-CB0CEB4204B5}" srcOrd="1" destOrd="0" presId="urn:microsoft.com/office/officeart/2018/2/layout/IconVerticalSolidList"/>
    <dgm:cxn modelId="{E6706CC7-896D-42A5-BB87-9F32184407A7}" type="presParOf" srcId="{E091D045-6A79-473B-9B09-B030F61889B4}" destId="{F1E28EB4-9892-4A8E-BB06-45C8459645A3}" srcOrd="2" destOrd="0" presId="urn:microsoft.com/office/officeart/2018/2/layout/IconVerticalSolidList"/>
    <dgm:cxn modelId="{E0FC75D9-81E6-40F1-B61E-E403991C7417}" type="presParOf" srcId="{E091D045-6A79-473B-9B09-B030F61889B4}" destId="{3A2791E3-94E7-4AF3-A9B7-87544F9FD66D}" srcOrd="3" destOrd="0" presId="urn:microsoft.com/office/officeart/2018/2/layout/IconVerticalSolidList"/>
    <dgm:cxn modelId="{1C9309B8-865B-4549-88C4-49FD912E77CA}" type="presParOf" srcId="{6B939E85-6A92-42F0-A085-4EE4A5EF250E}" destId="{1606CF8E-CC7A-42B0-A77E-9A061873E354}" srcOrd="1" destOrd="0" presId="urn:microsoft.com/office/officeart/2018/2/layout/IconVerticalSolidList"/>
    <dgm:cxn modelId="{800E95B2-5C92-4955-9291-BB74CA980C6D}" type="presParOf" srcId="{6B939E85-6A92-42F0-A085-4EE4A5EF250E}" destId="{F58E65F7-0097-4764-B4CE-C1ED5BB95F3D}" srcOrd="2" destOrd="0" presId="urn:microsoft.com/office/officeart/2018/2/layout/IconVerticalSolidList"/>
    <dgm:cxn modelId="{855D0796-02A5-4E3D-B950-CCEE5525B9BB}" type="presParOf" srcId="{F58E65F7-0097-4764-B4CE-C1ED5BB95F3D}" destId="{FD38BD58-9EC6-46F6-9739-B3E1BF6544D3}" srcOrd="0" destOrd="0" presId="urn:microsoft.com/office/officeart/2018/2/layout/IconVerticalSolidList"/>
    <dgm:cxn modelId="{3B88C590-6AE6-45B6-918D-CC8684757C62}" type="presParOf" srcId="{F58E65F7-0097-4764-B4CE-C1ED5BB95F3D}" destId="{819B2729-DF9E-4725-A968-B6983C2D854C}" srcOrd="1" destOrd="0" presId="urn:microsoft.com/office/officeart/2018/2/layout/IconVerticalSolidList"/>
    <dgm:cxn modelId="{25E77184-3967-4F4A-87D3-A7684D0B0ECA}" type="presParOf" srcId="{F58E65F7-0097-4764-B4CE-C1ED5BB95F3D}" destId="{0360EDFA-1F02-46C7-9433-6F987AAFC0B9}" srcOrd="2" destOrd="0" presId="urn:microsoft.com/office/officeart/2018/2/layout/IconVerticalSolidList"/>
    <dgm:cxn modelId="{8F0FF8FE-582E-4FFD-A0BA-3FACB84B7318}" type="presParOf" srcId="{F58E65F7-0097-4764-B4CE-C1ED5BB95F3D}" destId="{D08E4E49-E4ED-4C3B-8D4F-7A6EB60390E9}" srcOrd="3" destOrd="0" presId="urn:microsoft.com/office/officeart/2018/2/layout/IconVerticalSolidList"/>
    <dgm:cxn modelId="{D816DED4-DE86-4A5D-BA31-C786B62E1BF1}" type="presParOf" srcId="{6B939E85-6A92-42F0-A085-4EE4A5EF250E}" destId="{F36282E2-C03B-4BF0-A575-CCC367B5F506}" srcOrd="3" destOrd="0" presId="urn:microsoft.com/office/officeart/2018/2/layout/IconVerticalSolidList"/>
    <dgm:cxn modelId="{6FC8A7D9-6D36-4025-9695-923ED7BFA55D}" type="presParOf" srcId="{6B939E85-6A92-42F0-A085-4EE4A5EF250E}" destId="{7E082F80-B77B-43D4-8D92-605C6EEAC1D6}" srcOrd="4" destOrd="0" presId="urn:microsoft.com/office/officeart/2018/2/layout/IconVerticalSolidList"/>
    <dgm:cxn modelId="{FD2A2E6B-5ABD-4793-9015-795B0D07CA6D}" type="presParOf" srcId="{7E082F80-B77B-43D4-8D92-605C6EEAC1D6}" destId="{B64D87FB-FE9F-410E-B389-3AF82F054490}" srcOrd="0" destOrd="0" presId="urn:microsoft.com/office/officeart/2018/2/layout/IconVerticalSolidList"/>
    <dgm:cxn modelId="{DA1C7057-0F94-49C3-B41E-C180A01D3B07}" type="presParOf" srcId="{7E082F80-B77B-43D4-8D92-605C6EEAC1D6}" destId="{0384F4E3-A91B-4ACE-B75B-E7845DC84A77}" srcOrd="1" destOrd="0" presId="urn:microsoft.com/office/officeart/2018/2/layout/IconVerticalSolidList"/>
    <dgm:cxn modelId="{487270FF-05BB-4597-9DD3-6D2681FD8394}" type="presParOf" srcId="{7E082F80-B77B-43D4-8D92-605C6EEAC1D6}" destId="{7B4BBDBF-B093-4C2D-9480-AB6EA7125EDA}" srcOrd="2" destOrd="0" presId="urn:microsoft.com/office/officeart/2018/2/layout/IconVerticalSolidList"/>
    <dgm:cxn modelId="{8BA42723-6C7E-472C-949D-798B709361E5}" type="presParOf" srcId="{7E082F80-B77B-43D4-8D92-605C6EEAC1D6}" destId="{27FEB7E1-F3C1-4802-A52C-FBF50FAC8F54}" srcOrd="3" destOrd="0" presId="urn:microsoft.com/office/officeart/2018/2/layout/IconVerticalSolidList"/>
    <dgm:cxn modelId="{5D8E36F2-CAB3-4ABC-BABB-ACF420906B68}" type="presParOf" srcId="{6B939E85-6A92-42F0-A085-4EE4A5EF250E}" destId="{EFC6D1EC-3EA3-4BEE-A838-5724418B157F}" srcOrd="5" destOrd="0" presId="urn:microsoft.com/office/officeart/2018/2/layout/IconVerticalSolidList"/>
    <dgm:cxn modelId="{B0496B41-91D9-4968-89E9-D06883271F61}" type="presParOf" srcId="{6B939E85-6A92-42F0-A085-4EE4A5EF250E}" destId="{184387FF-F435-4D1F-BDAF-B3E503A4B4F7}" srcOrd="6" destOrd="0" presId="urn:microsoft.com/office/officeart/2018/2/layout/IconVerticalSolidList"/>
    <dgm:cxn modelId="{703D2B4B-39DD-4AB2-B850-6FD5868FB300}" type="presParOf" srcId="{184387FF-F435-4D1F-BDAF-B3E503A4B4F7}" destId="{56CD6CF1-1DAD-40E6-98DC-563834FC9AC3}" srcOrd="0" destOrd="0" presId="urn:microsoft.com/office/officeart/2018/2/layout/IconVerticalSolidList"/>
    <dgm:cxn modelId="{EDF8018C-85FB-4112-A8AA-5F152B0C8BFD}" type="presParOf" srcId="{184387FF-F435-4D1F-BDAF-B3E503A4B4F7}" destId="{C901392F-D08E-4CCB-A7FD-B1DEBD7B0777}" srcOrd="1" destOrd="0" presId="urn:microsoft.com/office/officeart/2018/2/layout/IconVerticalSolidList"/>
    <dgm:cxn modelId="{706F72DA-8BBB-4B26-BFA8-F5875A1D61FA}" type="presParOf" srcId="{184387FF-F435-4D1F-BDAF-B3E503A4B4F7}" destId="{FE60B310-DC41-4E80-B685-89595B291810}" srcOrd="2" destOrd="0" presId="urn:microsoft.com/office/officeart/2018/2/layout/IconVerticalSolidList"/>
    <dgm:cxn modelId="{10C20CBE-8A2B-4608-909E-10244A1E1FA8}" type="presParOf" srcId="{184387FF-F435-4D1F-BDAF-B3E503A4B4F7}" destId="{97CB12EF-50E0-430C-9B0E-43481428DAD8}" srcOrd="3" destOrd="0" presId="urn:microsoft.com/office/officeart/2018/2/layout/IconVerticalSolidList"/>
    <dgm:cxn modelId="{3A9FF55D-060A-40A8-9761-060CF0D1ED8C}" type="presParOf" srcId="{6B939E85-6A92-42F0-A085-4EE4A5EF250E}" destId="{489A485A-D599-4570-B902-1FCA5B88C563}" srcOrd="7" destOrd="0" presId="urn:microsoft.com/office/officeart/2018/2/layout/IconVerticalSolidList"/>
    <dgm:cxn modelId="{DFD68F2D-FECD-4FE1-9E57-71CA48657C11}" type="presParOf" srcId="{6B939E85-6A92-42F0-A085-4EE4A5EF250E}" destId="{2BB2B0A6-A6B1-464E-B1B3-74DF0F12A30B}" srcOrd="8" destOrd="0" presId="urn:microsoft.com/office/officeart/2018/2/layout/IconVerticalSolidList"/>
    <dgm:cxn modelId="{08C150BB-59A6-4289-BEB5-4DB2354470EE}" type="presParOf" srcId="{2BB2B0A6-A6B1-464E-B1B3-74DF0F12A30B}" destId="{45A0E47E-42DF-4CF7-ABDC-0E74CA84E6FB}" srcOrd="0" destOrd="0" presId="urn:microsoft.com/office/officeart/2018/2/layout/IconVerticalSolidList"/>
    <dgm:cxn modelId="{B204539F-EE34-45C6-A7D6-F6153C9D5BAD}" type="presParOf" srcId="{2BB2B0A6-A6B1-464E-B1B3-74DF0F12A30B}" destId="{C40A4ED3-4613-4245-90AB-9EA6FFD44F86}" srcOrd="1" destOrd="0" presId="urn:microsoft.com/office/officeart/2018/2/layout/IconVerticalSolidList"/>
    <dgm:cxn modelId="{35462657-97F8-47D0-83C2-FD2E617284E1}" type="presParOf" srcId="{2BB2B0A6-A6B1-464E-B1B3-74DF0F12A30B}" destId="{CC5DB6AE-9C1C-43B3-AB91-74E3805AB79D}" srcOrd="2" destOrd="0" presId="urn:microsoft.com/office/officeart/2018/2/layout/IconVerticalSolidList"/>
    <dgm:cxn modelId="{3907B9EA-A4F5-4FAA-AF06-65D4CD0AEC4C}" type="presParOf" srcId="{2BB2B0A6-A6B1-464E-B1B3-74DF0F12A30B}" destId="{D27ACC67-ECFB-4311-B4F3-8272E0BE6F9F}" srcOrd="3" destOrd="0" presId="urn:microsoft.com/office/officeart/2018/2/layout/IconVerticalSolidList"/>
    <dgm:cxn modelId="{85ADECC1-DC9B-4FE4-B9CC-EE574FFBAAFF}" type="presParOf" srcId="{6B939E85-6A92-42F0-A085-4EE4A5EF250E}" destId="{80A8FC32-9B47-47ED-8C73-596F689AF401}" srcOrd="9" destOrd="0" presId="urn:microsoft.com/office/officeart/2018/2/layout/IconVerticalSolidList"/>
    <dgm:cxn modelId="{FE4FA98D-0B81-466C-A356-534C88BCC868}" type="presParOf" srcId="{6B939E85-6A92-42F0-A085-4EE4A5EF250E}" destId="{092BA3A8-DFC2-45B2-8D66-76073F982615}" srcOrd="10" destOrd="0" presId="urn:microsoft.com/office/officeart/2018/2/layout/IconVerticalSolidList"/>
    <dgm:cxn modelId="{32431E01-C850-45FB-AA79-B3A63F50D70D}" type="presParOf" srcId="{092BA3A8-DFC2-45B2-8D66-76073F982615}" destId="{8C4D135C-14CF-4EA8-89A4-08322E8C0151}" srcOrd="0" destOrd="0" presId="urn:microsoft.com/office/officeart/2018/2/layout/IconVerticalSolidList"/>
    <dgm:cxn modelId="{B7997853-BB54-4F03-8E34-CF27E4F2EB6C}" type="presParOf" srcId="{092BA3A8-DFC2-45B2-8D66-76073F982615}" destId="{4033EF8A-79B2-4E2F-BEA8-386B6471E699}" srcOrd="1" destOrd="0" presId="urn:microsoft.com/office/officeart/2018/2/layout/IconVerticalSolidList"/>
    <dgm:cxn modelId="{03C45047-35C7-47C2-8DD9-2F0ED2FA932C}" type="presParOf" srcId="{092BA3A8-DFC2-45B2-8D66-76073F982615}" destId="{4349144B-F256-4009-9247-7E3EDA2D7675}" srcOrd="2" destOrd="0" presId="urn:microsoft.com/office/officeart/2018/2/layout/IconVerticalSolidList"/>
    <dgm:cxn modelId="{25B7C8DA-08D3-4207-8D79-ED82FEE69998}" type="presParOf" srcId="{092BA3A8-DFC2-45B2-8D66-76073F982615}" destId="{89D21E01-2319-4CD2-B0D5-C0B8B2932A8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08F0F8F-FFFE-4AED-9E66-84BDF4747E69}"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17A53141-8058-4EB5-A63C-87E58AB75D80}">
      <dgm:prSet custT="1"/>
      <dgm:spPr/>
      <dgm:t>
        <a:bodyPr/>
        <a:lstStyle/>
        <a:p>
          <a:pPr>
            <a:lnSpc>
              <a:spcPct val="100000"/>
            </a:lnSpc>
          </a:pPr>
          <a:r>
            <a:rPr lang="en-IN" sz="1400" b="1" dirty="0"/>
            <a:t>Components to Upgrade for Final Product:</a:t>
          </a:r>
          <a:endParaRPr lang="en-US" sz="1400" dirty="0"/>
        </a:p>
      </dgm:t>
    </dgm:pt>
    <dgm:pt modelId="{05169E39-A5C1-4D56-A612-9CB82EBC0273}" type="parTrans" cxnId="{43331387-2966-488F-9459-6419CCEB743B}">
      <dgm:prSet/>
      <dgm:spPr/>
      <dgm:t>
        <a:bodyPr/>
        <a:lstStyle/>
        <a:p>
          <a:endParaRPr lang="en-US"/>
        </a:p>
      </dgm:t>
    </dgm:pt>
    <dgm:pt modelId="{06B940C8-B8D2-484E-AC81-8F57E651B566}" type="sibTrans" cxnId="{43331387-2966-488F-9459-6419CCEB743B}">
      <dgm:prSet/>
      <dgm:spPr/>
      <dgm:t>
        <a:bodyPr/>
        <a:lstStyle/>
        <a:p>
          <a:pPr>
            <a:lnSpc>
              <a:spcPct val="100000"/>
            </a:lnSpc>
          </a:pPr>
          <a:endParaRPr lang="en-US"/>
        </a:p>
      </dgm:t>
    </dgm:pt>
    <dgm:pt modelId="{E0542B0C-C5E6-48A6-83BC-234BCE710E2D}">
      <dgm:prSet custT="1"/>
      <dgm:spPr/>
      <dgm:t>
        <a:bodyPr/>
        <a:lstStyle/>
        <a:p>
          <a:pPr>
            <a:lnSpc>
              <a:spcPct val="100000"/>
            </a:lnSpc>
          </a:pPr>
          <a:r>
            <a:rPr lang="en-IN" sz="1400" dirty="0"/>
            <a:t>Replace Arduin</a:t>
          </a:r>
          <a:r>
            <a:rPr lang="en-IN" sz="1100" dirty="0"/>
            <a:t>o </a:t>
          </a:r>
          <a:r>
            <a:rPr lang="en-IN" sz="1200" dirty="0"/>
            <a:t>Uno with a more robust microcontroller like STM32 or ESP32 for higher processing power and integrated Wi-Fi.</a:t>
          </a:r>
          <a:endParaRPr lang="en-US" sz="1200" dirty="0"/>
        </a:p>
      </dgm:t>
    </dgm:pt>
    <dgm:pt modelId="{53A66ABC-BB62-48B3-8B5C-BD7DAAEA87F3}" type="parTrans" cxnId="{2D72AA2F-883C-45C5-96ED-E8C87F4DFF23}">
      <dgm:prSet/>
      <dgm:spPr/>
      <dgm:t>
        <a:bodyPr/>
        <a:lstStyle/>
        <a:p>
          <a:endParaRPr lang="en-US"/>
        </a:p>
      </dgm:t>
    </dgm:pt>
    <dgm:pt modelId="{865FDE96-4D86-417A-8D0C-4EBD3BBDE9DC}" type="sibTrans" cxnId="{2D72AA2F-883C-45C5-96ED-E8C87F4DFF23}">
      <dgm:prSet/>
      <dgm:spPr/>
      <dgm:t>
        <a:bodyPr/>
        <a:lstStyle/>
        <a:p>
          <a:pPr>
            <a:lnSpc>
              <a:spcPct val="100000"/>
            </a:lnSpc>
          </a:pPr>
          <a:endParaRPr lang="en-US"/>
        </a:p>
      </dgm:t>
    </dgm:pt>
    <dgm:pt modelId="{EBB64412-4A72-4694-85EE-CE67FE7FE6BA}">
      <dgm:prSet custT="1"/>
      <dgm:spPr/>
      <dgm:t>
        <a:bodyPr/>
        <a:lstStyle/>
        <a:p>
          <a:pPr>
            <a:lnSpc>
              <a:spcPct val="100000"/>
            </a:lnSpc>
          </a:pPr>
          <a:r>
            <a:rPr lang="en-IN" sz="1200" dirty="0"/>
            <a:t>Use industrial-grade temperature sensors with higher accuracy and durability (e.g., PT100 RTD sensors).</a:t>
          </a:r>
          <a:endParaRPr lang="en-US" sz="1200" dirty="0"/>
        </a:p>
      </dgm:t>
    </dgm:pt>
    <dgm:pt modelId="{74136DFC-B612-4314-B217-50F7D1D9D802}" type="parTrans" cxnId="{DD11E9DE-E72A-4195-A99A-E551A985779C}">
      <dgm:prSet/>
      <dgm:spPr/>
      <dgm:t>
        <a:bodyPr/>
        <a:lstStyle/>
        <a:p>
          <a:endParaRPr lang="en-US"/>
        </a:p>
      </dgm:t>
    </dgm:pt>
    <dgm:pt modelId="{897A55C3-047F-4211-8D43-9C23EA65D781}" type="sibTrans" cxnId="{DD11E9DE-E72A-4195-A99A-E551A985779C}">
      <dgm:prSet/>
      <dgm:spPr/>
      <dgm:t>
        <a:bodyPr/>
        <a:lstStyle/>
        <a:p>
          <a:pPr>
            <a:lnSpc>
              <a:spcPct val="100000"/>
            </a:lnSpc>
          </a:pPr>
          <a:endParaRPr lang="en-US"/>
        </a:p>
      </dgm:t>
    </dgm:pt>
    <dgm:pt modelId="{4DA2A89F-2FA4-4446-B037-BDB34DCC4E1F}">
      <dgm:prSet custT="1"/>
      <dgm:spPr/>
      <dgm:t>
        <a:bodyPr/>
        <a:lstStyle/>
        <a:p>
          <a:pPr>
            <a:lnSpc>
              <a:spcPct val="100000"/>
            </a:lnSpc>
          </a:pPr>
          <a:r>
            <a:rPr lang="en-IN" sz="1200" dirty="0"/>
            <a:t>Swap Peltier modules with compressor-based refrigeration units for more efficient and powerful cooling.</a:t>
          </a:r>
          <a:endParaRPr lang="en-US" sz="1200" dirty="0"/>
        </a:p>
      </dgm:t>
    </dgm:pt>
    <dgm:pt modelId="{6CC12B73-80AC-4856-82AD-100207418317}" type="parTrans" cxnId="{C4DFB405-3B36-4F1D-82C9-E976902BA0C6}">
      <dgm:prSet/>
      <dgm:spPr/>
      <dgm:t>
        <a:bodyPr/>
        <a:lstStyle/>
        <a:p>
          <a:endParaRPr lang="en-US"/>
        </a:p>
      </dgm:t>
    </dgm:pt>
    <dgm:pt modelId="{C0AC63AA-3B35-47D0-BDE6-B95F948DB199}" type="sibTrans" cxnId="{C4DFB405-3B36-4F1D-82C9-E976902BA0C6}">
      <dgm:prSet/>
      <dgm:spPr/>
      <dgm:t>
        <a:bodyPr/>
        <a:lstStyle/>
        <a:p>
          <a:pPr>
            <a:lnSpc>
              <a:spcPct val="100000"/>
            </a:lnSpc>
          </a:pPr>
          <a:endParaRPr lang="en-US"/>
        </a:p>
      </dgm:t>
    </dgm:pt>
    <dgm:pt modelId="{26408DFE-34EF-4B0B-9612-8DA7B6F0AAC1}">
      <dgm:prSet custT="1"/>
      <dgm:spPr/>
      <dgm:t>
        <a:bodyPr/>
        <a:lstStyle/>
        <a:p>
          <a:pPr>
            <a:lnSpc>
              <a:spcPct val="100000"/>
            </a:lnSpc>
          </a:pPr>
          <a:r>
            <a:rPr lang="en-IN" sz="1200" dirty="0"/>
            <a:t>Replace cartridge heater with sealed, high-efficiency electric heating elements suitable for larger volumes.</a:t>
          </a:r>
          <a:endParaRPr lang="en-US" sz="1200" dirty="0"/>
        </a:p>
      </dgm:t>
    </dgm:pt>
    <dgm:pt modelId="{AE11D177-16F9-4BC2-93B2-1A5F3B7F74E5}" type="parTrans" cxnId="{BE34A51E-96A9-4137-8491-021306F893E8}">
      <dgm:prSet/>
      <dgm:spPr/>
      <dgm:t>
        <a:bodyPr/>
        <a:lstStyle/>
        <a:p>
          <a:endParaRPr lang="en-US"/>
        </a:p>
      </dgm:t>
    </dgm:pt>
    <dgm:pt modelId="{798B4FAC-1DBC-425C-93D1-CF43A9512B56}" type="sibTrans" cxnId="{BE34A51E-96A9-4137-8491-021306F893E8}">
      <dgm:prSet/>
      <dgm:spPr/>
      <dgm:t>
        <a:bodyPr/>
        <a:lstStyle/>
        <a:p>
          <a:pPr>
            <a:lnSpc>
              <a:spcPct val="100000"/>
            </a:lnSpc>
          </a:pPr>
          <a:endParaRPr lang="en-US"/>
        </a:p>
      </dgm:t>
    </dgm:pt>
    <dgm:pt modelId="{37D44FD3-4BFC-4B58-98FE-BA052E3147FD}">
      <dgm:prSet custT="1"/>
      <dgm:spPr/>
      <dgm:t>
        <a:bodyPr/>
        <a:lstStyle/>
        <a:p>
          <a:pPr>
            <a:lnSpc>
              <a:spcPct val="100000"/>
            </a:lnSpc>
          </a:pPr>
          <a:r>
            <a:rPr lang="en-IN" sz="1200" dirty="0"/>
            <a:t>Upgrade LCD with a touchscreen display or integrate with smartphone apps for better User-Interface</a:t>
          </a:r>
          <a:endParaRPr lang="en-US" sz="1200" dirty="0"/>
        </a:p>
      </dgm:t>
    </dgm:pt>
    <dgm:pt modelId="{4F850F72-201C-48A2-A78F-7EEF8190600A}" type="parTrans" cxnId="{D3FABBA1-7E7D-467A-8FFC-BAF745599D6B}">
      <dgm:prSet/>
      <dgm:spPr/>
      <dgm:t>
        <a:bodyPr/>
        <a:lstStyle/>
        <a:p>
          <a:endParaRPr lang="en-US"/>
        </a:p>
      </dgm:t>
    </dgm:pt>
    <dgm:pt modelId="{B70A4FD7-FE3E-40F8-9BA2-EE82E191CAF2}" type="sibTrans" cxnId="{D3FABBA1-7E7D-467A-8FFC-BAF745599D6B}">
      <dgm:prSet/>
      <dgm:spPr/>
      <dgm:t>
        <a:bodyPr/>
        <a:lstStyle/>
        <a:p>
          <a:pPr>
            <a:lnSpc>
              <a:spcPct val="100000"/>
            </a:lnSpc>
          </a:pPr>
          <a:endParaRPr lang="en-US"/>
        </a:p>
      </dgm:t>
    </dgm:pt>
    <dgm:pt modelId="{51484269-7CE1-4147-A8E8-5B0E9BDEE7F8}">
      <dgm:prSet custT="1"/>
      <dgm:spPr/>
      <dgm:t>
        <a:bodyPr/>
        <a:lstStyle/>
        <a:p>
          <a:pPr>
            <a:lnSpc>
              <a:spcPct val="100000"/>
            </a:lnSpc>
          </a:pPr>
          <a:r>
            <a:rPr lang="en-IN" sz="1200" dirty="0"/>
            <a:t>Use a reliable CAN bus or industrial communication protocol for multi-compartment management in large vehicles.</a:t>
          </a:r>
          <a:endParaRPr lang="en-US" sz="1200" dirty="0"/>
        </a:p>
      </dgm:t>
    </dgm:pt>
    <dgm:pt modelId="{F6716F83-B85D-4564-88B2-7EC0CD0D2733}" type="parTrans" cxnId="{55C5380B-DDC7-469B-B24A-AA13EA62E1EE}">
      <dgm:prSet/>
      <dgm:spPr/>
      <dgm:t>
        <a:bodyPr/>
        <a:lstStyle/>
        <a:p>
          <a:endParaRPr lang="en-US"/>
        </a:p>
      </dgm:t>
    </dgm:pt>
    <dgm:pt modelId="{E999AD4A-62CE-4A7C-8971-45C4CF989DCE}" type="sibTrans" cxnId="{55C5380B-DDC7-469B-B24A-AA13EA62E1EE}">
      <dgm:prSet/>
      <dgm:spPr/>
      <dgm:t>
        <a:bodyPr/>
        <a:lstStyle/>
        <a:p>
          <a:endParaRPr lang="en-US"/>
        </a:p>
      </dgm:t>
    </dgm:pt>
    <dgm:pt modelId="{733B4677-C07B-4FC3-AB2F-6202C6C5DEAD}" type="pres">
      <dgm:prSet presAssocID="{C08F0F8F-FFFE-4AED-9E66-84BDF4747E69}" presName="root" presStyleCnt="0">
        <dgm:presLayoutVars>
          <dgm:dir/>
          <dgm:resizeHandles val="exact"/>
        </dgm:presLayoutVars>
      </dgm:prSet>
      <dgm:spPr/>
    </dgm:pt>
    <dgm:pt modelId="{978E10DE-2A08-4011-8741-F49A0D4F7DC4}" type="pres">
      <dgm:prSet presAssocID="{C08F0F8F-FFFE-4AED-9E66-84BDF4747E69}" presName="container" presStyleCnt="0">
        <dgm:presLayoutVars>
          <dgm:dir/>
          <dgm:resizeHandles val="exact"/>
        </dgm:presLayoutVars>
      </dgm:prSet>
      <dgm:spPr/>
    </dgm:pt>
    <dgm:pt modelId="{31B0816A-4901-421D-9FAD-66688D1C112F}" type="pres">
      <dgm:prSet presAssocID="{17A53141-8058-4EB5-A63C-87E58AB75D80}" presName="compNode" presStyleCnt="0"/>
      <dgm:spPr/>
    </dgm:pt>
    <dgm:pt modelId="{AF99A91C-77A6-4B4F-B853-34DC2347B30B}" type="pres">
      <dgm:prSet presAssocID="{17A53141-8058-4EB5-A63C-87E58AB75D80}" presName="iconBgRect" presStyleLbl="bgShp" presStyleIdx="0" presStyleCnt="7"/>
      <dgm:spPr/>
    </dgm:pt>
    <dgm:pt modelId="{CFC78C93-FBBD-4F31-A73F-46C2C95BD2C2}" type="pres">
      <dgm:prSet presAssocID="{17A53141-8058-4EB5-A63C-87E58AB75D80}"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E4F50622-CEA7-443C-956B-75DFE5684C90}" type="pres">
      <dgm:prSet presAssocID="{17A53141-8058-4EB5-A63C-87E58AB75D80}" presName="spaceRect" presStyleCnt="0"/>
      <dgm:spPr/>
    </dgm:pt>
    <dgm:pt modelId="{3A34872B-BA4A-4ED6-B11C-50CFC7F1EDC6}" type="pres">
      <dgm:prSet presAssocID="{17A53141-8058-4EB5-A63C-87E58AB75D80}" presName="textRect" presStyleLbl="revTx" presStyleIdx="0" presStyleCnt="7">
        <dgm:presLayoutVars>
          <dgm:chMax val="1"/>
          <dgm:chPref val="1"/>
        </dgm:presLayoutVars>
      </dgm:prSet>
      <dgm:spPr/>
    </dgm:pt>
    <dgm:pt modelId="{867FF9A3-2EB9-4876-878A-73879EFABAA5}" type="pres">
      <dgm:prSet presAssocID="{06B940C8-B8D2-484E-AC81-8F57E651B566}" presName="sibTrans" presStyleLbl="sibTrans2D1" presStyleIdx="0" presStyleCnt="0"/>
      <dgm:spPr/>
    </dgm:pt>
    <dgm:pt modelId="{BF30C661-EA7E-4DB1-9D99-34AF8FA26A61}" type="pres">
      <dgm:prSet presAssocID="{E0542B0C-C5E6-48A6-83BC-234BCE710E2D}" presName="compNode" presStyleCnt="0"/>
      <dgm:spPr/>
    </dgm:pt>
    <dgm:pt modelId="{857B9224-AE23-49AC-B977-EB926A855342}" type="pres">
      <dgm:prSet presAssocID="{E0542B0C-C5E6-48A6-83BC-234BCE710E2D}" presName="iconBgRect" presStyleLbl="bgShp" presStyleIdx="1" presStyleCnt="7"/>
      <dgm:spPr/>
    </dgm:pt>
    <dgm:pt modelId="{9886A8CC-CB4D-45C2-B638-D234FE1DBBA9}" type="pres">
      <dgm:prSet presAssocID="{E0542B0C-C5E6-48A6-83BC-234BCE710E2D}"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980D44D9-1ABE-49FC-8CDA-A3F9F26415FF}" type="pres">
      <dgm:prSet presAssocID="{E0542B0C-C5E6-48A6-83BC-234BCE710E2D}" presName="spaceRect" presStyleCnt="0"/>
      <dgm:spPr/>
    </dgm:pt>
    <dgm:pt modelId="{FCF7C74F-92D3-466C-BEB9-F92188ED368E}" type="pres">
      <dgm:prSet presAssocID="{E0542B0C-C5E6-48A6-83BC-234BCE710E2D}" presName="textRect" presStyleLbl="revTx" presStyleIdx="1" presStyleCnt="7" custLinFactNeighborX="369" custLinFactNeighborY="2143">
        <dgm:presLayoutVars>
          <dgm:chMax val="1"/>
          <dgm:chPref val="1"/>
        </dgm:presLayoutVars>
      </dgm:prSet>
      <dgm:spPr/>
    </dgm:pt>
    <dgm:pt modelId="{61EBD5DC-6106-4290-9A54-48BD10C46318}" type="pres">
      <dgm:prSet presAssocID="{865FDE96-4D86-417A-8D0C-4EBD3BBDE9DC}" presName="sibTrans" presStyleLbl="sibTrans2D1" presStyleIdx="0" presStyleCnt="0"/>
      <dgm:spPr/>
    </dgm:pt>
    <dgm:pt modelId="{00F23321-3EBF-4D1D-835A-7613B0930BDD}" type="pres">
      <dgm:prSet presAssocID="{EBB64412-4A72-4694-85EE-CE67FE7FE6BA}" presName="compNode" presStyleCnt="0"/>
      <dgm:spPr/>
    </dgm:pt>
    <dgm:pt modelId="{5C7C0538-F2D1-4C49-8DAA-1E8C356957D1}" type="pres">
      <dgm:prSet presAssocID="{EBB64412-4A72-4694-85EE-CE67FE7FE6BA}" presName="iconBgRect" presStyleLbl="bgShp" presStyleIdx="2" presStyleCnt="7"/>
      <dgm:spPr/>
    </dgm:pt>
    <dgm:pt modelId="{629B5E14-B98C-4724-AB59-A8431C1879AE}" type="pres">
      <dgm:prSet presAssocID="{EBB64412-4A72-4694-85EE-CE67FE7FE6BA}"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eaker"/>
        </a:ext>
      </dgm:extLst>
    </dgm:pt>
    <dgm:pt modelId="{2995F936-49C6-4DCE-A466-DDE8EDD4C8F0}" type="pres">
      <dgm:prSet presAssocID="{EBB64412-4A72-4694-85EE-CE67FE7FE6BA}" presName="spaceRect" presStyleCnt="0"/>
      <dgm:spPr/>
    </dgm:pt>
    <dgm:pt modelId="{2FA77E0C-6859-45FE-A2EF-4DA48FE966FF}" type="pres">
      <dgm:prSet presAssocID="{EBB64412-4A72-4694-85EE-CE67FE7FE6BA}" presName="textRect" presStyleLbl="revTx" presStyleIdx="2" presStyleCnt="7">
        <dgm:presLayoutVars>
          <dgm:chMax val="1"/>
          <dgm:chPref val="1"/>
        </dgm:presLayoutVars>
      </dgm:prSet>
      <dgm:spPr/>
    </dgm:pt>
    <dgm:pt modelId="{652C9708-8060-49E4-91DD-E84877BE3790}" type="pres">
      <dgm:prSet presAssocID="{897A55C3-047F-4211-8D43-9C23EA65D781}" presName="sibTrans" presStyleLbl="sibTrans2D1" presStyleIdx="0" presStyleCnt="0"/>
      <dgm:spPr/>
    </dgm:pt>
    <dgm:pt modelId="{C34E166A-C43F-483E-B2B6-4C514E013AE6}" type="pres">
      <dgm:prSet presAssocID="{4DA2A89F-2FA4-4446-B037-BDB34DCC4E1F}" presName="compNode" presStyleCnt="0"/>
      <dgm:spPr/>
    </dgm:pt>
    <dgm:pt modelId="{89E8D205-8C0A-424A-AFCD-F021C24F1307}" type="pres">
      <dgm:prSet presAssocID="{4DA2A89F-2FA4-4446-B037-BDB34DCC4E1F}" presName="iconBgRect" presStyleLbl="bgShp" presStyleIdx="3" presStyleCnt="7"/>
      <dgm:spPr/>
    </dgm:pt>
    <dgm:pt modelId="{F602A124-820F-4007-8E28-391281A22267}" type="pres">
      <dgm:prSet presAssocID="{4DA2A89F-2FA4-4446-B037-BDB34DCC4E1F}"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Electrician"/>
        </a:ext>
      </dgm:extLst>
    </dgm:pt>
    <dgm:pt modelId="{FA2051A5-468E-435F-8B08-6C350FB99450}" type="pres">
      <dgm:prSet presAssocID="{4DA2A89F-2FA4-4446-B037-BDB34DCC4E1F}" presName="spaceRect" presStyleCnt="0"/>
      <dgm:spPr/>
    </dgm:pt>
    <dgm:pt modelId="{DF73119E-4956-4127-975D-5362D8F83077}" type="pres">
      <dgm:prSet presAssocID="{4DA2A89F-2FA4-4446-B037-BDB34DCC4E1F}" presName="textRect" presStyleLbl="revTx" presStyleIdx="3" presStyleCnt="7">
        <dgm:presLayoutVars>
          <dgm:chMax val="1"/>
          <dgm:chPref val="1"/>
        </dgm:presLayoutVars>
      </dgm:prSet>
      <dgm:spPr/>
    </dgm:pt>
    <dgm:pt modelId="{C5871CE5-0FAE-4174-8123-5C996AD213A2}" type="pres">
      <dgm:prSet presAssocID="{C0AC63AA-3B35-47D0-BDE6-B95F948DB199}" presName="sibTrans" presStyleLbl="sibTrans2D1" presStyleIdx="0" presStyleCnt="0"/>
      <dgm:spPr/>
    </dgm:pt>
    <dgm:pt modelId="{74B7FE64-9093-48EC-A167-07A6FFF06EB5}" type="pres">
      <dgm:prSet presAssocID="{26408DFE-34EF-4B0B-9612-8DA7B6F0AAC1}" presName="compNode" presStyleCnt="0"/>
      <dgm:spPr/>
    </dgm:pt>
    <dgm:pt modelId="{EA6640A0-46E2-4FCF-BCD0-799FD41E2188}" type="pres">
      <dgm:prSet presAssocID="{26408DFE-34EF-4B0B-9612-8DA7B6F0AAC1}" presName="iconBgRect" presStyleLbl="bgShp" presStyleIdx="4" presStyleCnt="7"/>
      <dgm:spPr/>
    </dgm:pt>
    <dgm:pt modelId="{F0901D03-A258-4149-A33F-098DAD85125C}" type="pres">
      <dgm:prSet presAssocID="{26408DFE-34EF-4B0B-9612-8DA7B6F0AAC1}"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Fire"/>
        </a:ext>
      </dgm:extLst>
    </dgm:pt>
    <dgm:pt modelId="{36400D09-BCB5-4E7A-B7DE-3B3C6624C994}" type="pres">
      <dgm:prSet presAssocID="{26408DFE-34EF-4B0B-9612-8DA7B6F0AAC1}" presName="spaceRect" presStyleCnt="0"/>
      <dgm:spPr/>
    </dgm:pt>
    <dgm:pt modelId="{EEEF1072-03F8-4A71-A844-A6217FF345E4}" type="pres">
      <dgm:prSet presAssocID="{26408DFE-34EF-4B0B-9612-8DA7B6F0AAC1}" presName="textRect" presStyleLbl="revTx" presStyleIdx="4" presStyleCnt="7">
        <dgm:presLayoutVars>
          <dgm:chMax val="1"/>
          <dgm:chPref val="1"/>
        </dgm:presLayoutVars>
      </dgm:prSet>
      <dgm:spPr/>
    </dgm:pt>
    <dgm:pt modelId="{870FFF1F-722C-4CE3-BF21-5882304E38A8}" type="pres">
      <dgm:prSet presAssocID="{798B4FAC-1DBC-425C-93D1-CF43A9512B56}" presName="sibTrans" presStyleLbl="sibTrans2D1" presStyleIdx="0" presStyleCnt="0"/>
      <dgm:spPr/>
    </dgm:pt>
    <dgm:pt modelId="{82017651-FBB4-4CD0-81F1-F2C4B2C0588F}" type="pres">
      <dgm:prSet presAssocID="{37D44FD3-4BFC-4B58-98FE-BA052E3147FD}" presName="compNode" presStyleCnt="0"/>
      <dgm:spPr/>
    </dgm:pt>
    <dgm:pt modelId="{C0E51CDE-D5BA-4649-AC2F-7A8A174EE92B}" type="pres">
      <dgm:prSet presAssocID="{37D44FD3-4BFC-4B58-98FE-BA052E3147FD}" presName="iconBgRect" presStyleLbl="bgShp" presStyleIdx="5" presStyleCnt="7"/>
      <dgm:spPr/>
    </dgm:pt>
    <dgm:pt modelId="{2301AA64-3453-4EAA-8552-567C0F83BD1F}" type="pres">
      <dgm:prSet presAssocID="{37D44FD3-4BFC-4B58-98FE-BA052E3147FD}"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Tablet"/>
        </a:ext>
      </dgm:extLst>
    </dgm:pt>
    <dgm:pt modelId="{0063D7F4-8D3F-4344-B8EA-55E6FC916D5E}" type="pres">
      <dgm:prSet presAssocID="{37D44FD3-4BFC-4B58-98FE-BA052E3147FD}" presName="spaceRect" presStyleCnt="0"/>
      <dgm:spPr/>
    </dgm:pt>
    <dgm:pt modelId="{470EB5F6-A552-4A6E-8748-A974370DB9E0}" type="pres">
      <dgm:prSet presAssocID="{37D44FD3-4BFC-4B58-98FE-BA052E3147FD}" presName="textRect" presStyleLbl="revTx" presStyleIdx="5" presStyleCnt="7">
        <dgm:presLayoutVars>
          <dgm:chMax val="1"/>
          <dgm:chPref val="1"/>
        </dgm:presLayoutVars>
      </dgm:prSet>
      <dgm:spPr/>
    </dgm:pt>
    <dgm:pt modelId="{57098636-F84A-466A-ACB6-90F99A16C282}" type="pres">
      <dgm:prSet presAssocID="{B70A4FD7-FE3E-40F8-9BA2-EE82E191CAF2}" presName="sibTrans" presStyleLbl="sibTrans2D1" presStyleIdx="0" presStyleCnt="0"/>
      <dgm:spPr/>
    </dgm:pt>
    <dgm:pt modelId="{7D67AB03-D4EF-48B0-9BEF-4F5250DD442C}" type="pres">
      <dgm:prSet presAssocID="{51484269-7CE1-4147-A8E8-5B0E9BDEE7F8}" presName="compNode" presStyleCnt="0"/>
      <dgm:spPr/>
    </dgm:pt>
    <dgm:pt modelId="{C4BA783E-8B16-4F67-AFC7-8DDF03A28896}" type="pres">
      <dgm:prSet presAssocID="{51484269-7CE1-4147-A8E8-5B0E9BDEE7F8}" presName="iconBgRect" presStyleLbl="bgShp" presStyleIdx="6" presStyleCnt="7"/>
      <dgm:spPr/>
    </dgm:pt>
    <dgm:pt modelId="{96A88792-B275-4CD6-9852-5A293290ED56}" type="pres">
      <dgm:prSet presAssocID="{51484269-7CE1-4147-A8E8-5B0E9BDEE7F8}"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Bus"/>
        </a:ext>
      </dgm:extLst>
    </dgm:pt>
    <dgm:pt modelId="{05DDB413-D5CB-4AF7-807E-09704CBF0716}" type="pres">
      <dgm:prSet presAssocID="{51484269-7CE1-4147-A8E8-5B0E9BDEE7F8}" presName="spaceRect" presStyleCnt="0"/>
      <dgm:spPr/>
    </dgm:pt>
    <dgm:pt modelId="{D6E446ED-94B2-40C1-B9C8-BFE6B4DCC1EF}" type="pres">
      <dgm:prSet presAssocID="{51484269-7CE1-4147-A8E8-5B0E9BDEE7F8}" presName="textRect" presStyleLbl="revTx" presStyleIdx="6" presStyleCnt="7">
        <dgm:presLayoutVars>
          <dgm:chMax val="1"/>
          <dgm:chPref val="1"/>
        </dgm:presLayoutVars>
      </dgm:prSet>
      <dgm:spPr/>
    </dgm:pt>
  </dgm:ptLst>
  <dgm:cxnLst>
    <dgm:cxn modelId="{C4DFB405-3B36-4F1D-82C9-E976902BA0C6}" srcId="{C08F0F8F-FFFE-4AED-9E66-84BDF4747E69}" destId="{4DA2A89F-2FA4-4446-B037-BDB34DCC4E1F}" srcOrd="3" destOrd="0" parTransId="{6CC12B73-80AC-4856-82AD-100207418317}" sibTransId="{C0AC63AA-3B35-47D0-BDE6-B95F948DB199}"/>
    <dgm:cxn modelId="{F8CEB708-D706-45E6-918D-071CFA9872E2}" type="presOf" srcId="{17A53141-8058-4EB5-A63C-87E58AB75D80}" destId="{3A34872B-BA4A-4ED6-B11C-50CFC7F1EDC6}" srcOrd="0" destOrd="0" presId="urn:microsoft.com/office/officeart/2018/2/layout/IconCircleList"/>
    <dgm:cxn modelId="{55C5380B-DDC7-469B-B24A-AA13EA62E1EE}" srcId="{C08F0F8F-FFFE-4AED-9E66-84BDF4747E69}" destId="{51484269-7CE1-4147-A8E8-5B0E9BDEE7F8}" srcOrd="6" destOrd="0" parTransId="{F6716F83-B85D-4564-88B2-7EC0CD0D2733}" sibTransId="{E999AD4A-62CE-4A7C-8971-45C4CF989DCE}"/>
    <dgm:cxn modelId="{77FB1A0F-8A37-43B8-ACB0-EABBDFD70621}" type="presOf" srcId="{865FDE96-4D86-417A-8D0C-4EBD3BBDE9DC}" destId="{61EBD5DC-6106-4290-9A54-48BD10C46318}" srcOrd="0" destOrd="0" presId="urn:microsoft.com/office/officeart/2018/2/layout/IconCircleList"/>
    <dgm:cxn modelId="{BE8D781D-9D65-423D-8F25-C3D968CCF778}" type="presOf" srcId="{E0542B0C-C5E6-48A6-83BC-234BCE710E2D}" destId="{FCF7C74F-92D3-466C-BEB9-F92188ED368E}" srcOrd="0" destOrd="0" presId="urn:microsoft.com/office/officeart/2018/2/layout/IconCircleList"/>
    <dgm:cxn modelId="{BE34A51E-96A9-4137-8491-021306F893E8}" srcId="{C08F0F8F-FFFE-4AED-9E66-84BDF4747E69}" destId="{26408DFE-34EF-4B0B-9612-8DA7B6F0AAC1}" srcOrd="4" destOrd="0" parTransId="{AE11D177-16F9-4BC2-93B2-1A5F3B7F74E5}" sibTransId="{798B4FAC-1DBC-425C-93D1-CF43A9512B56}"/>
    <dgm:cxn modelId="{2D72AA2F-883C-45C5-96ED-E8C87F4DFF23}" srcId="{C08F0F8F-FFFE-4AED-9E66-84BDF4747E69}" destId="{E0542B0C-C5E6-48A6-83BC-234BCE710E2D}" srcOrd="1" destOrd="0" parTransId="{53A66ABC-BB62-48B3-8B5C-BD7DAAEA87F3}" sibTransId="{865FDE96-4D86-417A-8D0C-4EBD3BBDE9DC}"/>
    <dgm:cxn modelId="{CF85F15F-2A6F-4499-87FA-09DC61F76A06}" type="presOf" srcId="{C08F0F8F-FFFE-4AED-9E66-84BDF4747E69}" destId="{733B4677-C07B-4FC3-AB2F-6202C6C5DEAD}" srcOrd="0" destOrd="0" presId="urn:microsoft.com/office/officeart/2018/2/layout/IconCircleList"/>
    <dgm:cxn modelId="{5935496C-5047-4ABA-A6D1-CF9AE44653BB}" type="presOf" srcId="{4DA2A89F-2FA4-4446-B037-BDB34DCC4E1F}" destId="{DF73119E-4956-4127-975D-5362D8F83077}" srcOrd="0" destOrd="0" presId="urn:microsoft.com/office/officeart/2018/2/layout/IconCircleList"/>
    <dgm:cxn modelId="{2334C277-BF70-46FB-923B-F66B89D9C894}" type="presOf" srcId="{06B940C8-B8D2-484E-AC81-8F57E651B566}" destId="{867FF9A3-2EB9-4876-878A-73879EFABAA5}" srcOrd="0" destOrd="0" presId="urn:microsoft.com/office/officeart/2018/2/layout/IconCircleList"/>
    <dgm:cxn modelId="{C9FFD958-2481-40A8-8ACC-01E708F7524A}" type="presOf" srcId="{26408DFE-34EF-4B0B-9612-8DA7B6F0AAC1}" destId="{EEEF1072-03F8-4A71-A844-A6217FF345E4}" srcOrd="0" destOrd="0" presId="urn:microsoft.com/office/officeart/2018/2/layout/IconCircleList"/>
    <dgm:cxn modelId="{43331387-2966-488F-9459-6419CCEB743B}" srcId="{C08F0F8F-FFFE-4AED-9E66-84BDF4747E69}" destId="{17A53141-8058-4EB5-A63C-87E58AB75D80}" srcOrd="0" destOrd="0" parTransId="{05169E39-A5C1-4D56-A612-9CB82EBC0273}" sibTransId="{06B940C8-B8D2-484E-AC81-8F57E651B566}"/>
    <dgm:cxn modelId="{EBD1A39C-990C-4E78-A3D2-48A0531D8969}" type="presOf" srcId="{C0AC63AA-3B35-47D0-BDE6-B95F948DB199}" destId="{C5871CE5-0FAE-4174-8123-5C996AD213A2}" srcOrd="0" destOrd="0" presId="urn:microsoft.com/office/officeart/2018/2/layout/IconCircleList"/>
    <dgm:cxn modelId="{D3FABBA1-7E7D-467A-8FFC-BAF745599D6B}" srcId="{C08F0F8F-FFFE-4AED-9E66-84BDF4747E69}" destId="{37D44FD3-4BFC-4B58-98FE-BA052E3147FD}" srcOrd="5" destOrd="0" parTransId="{4F850F72-201C-48A2-A78F-7EEF8190600A}" sibTransId="{B70A4FD7-FE3E-40F8-9BA2-EE82E191CAF2}"/>
    <dgm:cxn modelId="{C3875AB9-368F-46FA-A16A-E1D5CBF2CD92}" type="presOf" srcId="{EBB64412-4A72-4694-85EE-CE67FE7FE6BA}" destId="{2FA77E0C-6859-45FE-A2EF-4DA48FE966FF}" srcOrd="0" destOrd="0" presId="urn:microsoft.com/office/officeart/2018/2/layout/IconCircleList"/>
    <dgm:cxn modelId="{6F4863BA-ADF2-4703-9063-31CD2FDD5037}" type="presOf" srcId="{897A55C3-047F-4211-8D43-9C23EA65D781}" destId="{652C9708-8060-49E4-91DD-E84877BE3790}" srcOrd="0" destOrd="0" presId="urn:microsoft.com/office/officeart/2018/2/layout/IconCircleList"/>
    <dgm:cxn modelId="{0C933BBE-2150-415C-8F08-DA10BE972EE9}" type="presOf" srcId="{51484269-7CE1-4147-A8E8-5B0E9BDEE7F8}" destId="{D6E446ED-94B2-40C1-B9C8-BFE6B4DCC1EF}" srcOrd="0" destOrd="0" presId="urn:microsoft.com/office/officeart/2018/2/layout/IconCircleList"/>
    <dgm:cxn modelId="{C2A79ED0-4E5D-4D3A-A077-BD3238F82190}" type="presOf" srcId="{37D44FD3-4BFC-4B58-98FE-BA052E3147FD}" destId="{470EB5F6-A552-4A6E-8748-A974370DB9E0}" srcOrd="0" destOrd="0" presId="urn:microsoft.com/office/officeart/2018/2/layout/IconCircleList"/>
    <dgm:cxn modelId="{FBFBD2DB-22EF-4EB9-9D62-E075684A64A2}" type="presOf" srcId="{B70A4FD7-FE3E-40F8-9BA2-EE82E191CAF2}" destId="{57098636-F84A-466A-ACB6-90F99A16C282}" srcOrd="0" destOrd="0" presId="urn:microsoft.com/office/officeart/2018/2/layout/IconCircleList"/>
    <dgm:cxn modelId="{DD11E9DE-E72A-4195-A99A-E551A985779C}" srcId="{C08F0F8F-FFFE-4AED-9E66-84BDF4747E69}" destId="{EBB64412-4A72-4694-85EE-CE67FE7FE6BA}" srcOrd="2" destOrd="0" parTransId="{74136DFC-B612-4314-B217-50F7D1D9D802}" sibTransId="{897A55C3-047F-4211-8D43-9C23EA65D781}"/>
    <dgm:cxn modelId="{CECBFBF9-8677-4FB8-B02C-FC6DFFD17823}" type="presOf" srcId="{798B4FAC-1DBC-425C-93D1-CF43A9512B56}" destId="{870FFF1F-722C-4CE3-BF21-5882304E38A8}" srcOrd="0" destOrd="0" presId="urn:microsoft.com/office/officeart/2018/2/layout/IconCircleList"/>
    <dgm:cxn modelId="{6A031ACC-64A6-4966-A7B3-B4803DD2F549}" type="presParOf" srcId="{733B4677-C07B-4FC3-AB2F-6202C6C5DEAD}" destId="{978E10DE-2A08-4011-8741-F49A0D4F7DC4}" srcOrd="0" destOrd="0" presId="urn:microsoft.com/office/officeart/2018/2/layout/IconCircleList"/>
    <dgm:cxn modelId="{0A1A0359-7E69-4F53-BDAE-42049B113CCC}" type="presParOf" srcId="{978E10DE-2A08-4011-8741-F49A0D4F7DC4}" destId="{31B0816A-4901-421D-9FAD-66688D1C112F}" srcOrd="0" destOrd="0" presId="urn:microsoft.com/office/officeart/2018/2/layout/IconCircleList"/>
    <dgm:cxn modelId="{EA8A0917-0141-4008-9B74-AEDAACC0F39C}" type="presParOf" srcId="{31B0816A-4901-421D-9FAD-66688D1C112F}" destId="{AF99A91C-77A6-4B4F-B853-34DC2347B30B}" srcOrd="0" destOrd="0" presId="urn:microsoft.com/office/officeart/2018/2/layout/IconCircleList"/>
    <dgm:cxn modelId="{A22AB1A7-F869-469E-A5F6-EC7B09414175}" type="presParOf" srcId="{31B0816A-4901-421D-9FAD-66688D1C112F}" destId="{CFC78C93-FBBD-4F31-A73F-46C2C95BD2C2}" srcOrd="1" destOrd="0" presId="urn:microsoft.com/office/officeart/2018/2/layout/IconCircleList"/>
    <dgm:cxn modelId="{0982F9C6-FDE9-49D9-B000-598F87B56F34}" type="presParOf" srcId="{31B0816A-4901-421D-9FAD-66688D1C112F}" destId="{E4F50622-CEA7-443C-956B-75DFE5684C90}" srcOrd="2" destOrd="0" presId="urn:microsoft.com/office/officeart/2018/2/layout/IconCircleList"/>
    <dgm:cxn modelId="{338C2783-B08E-4E14-8B0A-38D750FC288D}" type="presParOf" srcId="{31B0816A-4901-421D-9FAD-66688D1C112F}" destId="{3A34872B-BA4A-4ED6-B11C-50CFC7F1EDC6}" srcOrd="3" destOrd="0" presId="urn:microsoft.com/office/officeart/2018/2/layout/IconCircleList"/>
    <dgm:cxn modelId="{ECD19660-8326-4A75-9BD6-B0738D48DD5A}" type="presParOf" srcId="{978E10DE-2A08-4011-8741-F49A0D4F7DC4}" destId="{867FF9A3-2EB9-4876-878A-73879EFABAA5}" srcOrd="1" destOrd="0" presId="urn:microsoft.com/office/officeart/2018/2/layout/IconCircleList"/>
    <dgm:cxn modelId="{2EDB4F24-DE3D-4F49-BE21-01F88405C844}" type="presParOf" srcId="{978E10DE-2A08-4011-8741-F49A0D4F7DC4}" destId="{BF30C661-EA7E-4DB1-9D99-34AF8FA26A61}" srcOrd="2" destOrd="0" presId="urn:microsoft.com/office/officeart/2018/2/layout/IconCircleList"/>
    <dgm:cxn modelId="{67EA49EE-2878-4254-A8D1-7461F09A6DF7}" type="presParOf" srcId="{BF30C661-EA7E-4DB1-9D99-34AF8FA26A61}" destId="{857B9224-AE23-49AC-B977-EB926A855342}" srcOrd="0" destOrd="0" presId="urn:microsoft.com/office/officeart/2018/2/layout/IconCircleList"/>
    <dgm:cxn modelId="{1617C7EA-15E9-454E-AAEC-525084E8F884}" type="presParOf" srcId="{BF30C661-EA7E-4DB1-9D99-34AF8FA26A61}" destId="{9886A8CC-CB4D-45C2-B638-D234FE1DBBA9}" srcOrd="1" destOrd="0" presId="urn:microsoft.com/office/officeart/2018/2/layout/IconCircleList"/>
    <dgm:cxn modelId="{70320F69-1CF4-4068-90D9-E6D13FAD224E}" type="presParOf" srcId="{BF30C661-EA7E-4DB1-9D99-34AF8FA26A61}" destId="{980D44D9-1ABE-49FC-8CDA-A3F9F26415FF}" srcOrd="2" destOrd="0" presId="urn:microsoft.com/office/officeart/2018/2/layout/IconCircleList"/>
    <dgm:cxn modelId="{9B878E51-CBE9-45BF-BE16-44DE697F6E5D}" type="presParOf" srcId="{BF30C661-EA7E-4DB1-9D99-34AF8FA26A61}" destId="{FCF7C74F-92D3-466C-BEB9-F92188ED368E}" srcOrd="3" destOrd="0" presId="urn:microsoft.com/office/officeart/2018/2/layout/IconCircleList"/>
    <dgm:cxn modelId="{9EA1974D-4E9B-405A-A94D-C0514A1F1B45}" type="presParOf" srcId="{978E10DE-2A08-4011-8741-F49A0D4F7DC4}" destId="{61EBD5DC-6106-4290-9A54-48BD10C46318}" srcOrd="3" destOrd="0" presId="urn:microsoft.com/office/officeart/2018/2/layout/IconCircleList"/>
    <dgm:cxn modelId="{6690276B-E7F6-4090-95F2-EB46CA91816A}" type="presParOf" srcId="{978E10DE-2A08-4011-8741-F49A0D4F7DC4}" destId="{00F23321-3EBF-4D1D-835A-7613B0930BDD}" srcOrd="4" destOrd="0" presId="urn:microsoft.com/office/officeart/2018/2/layout/IconCircleList"/>
    <dgm:cxn modelId="{9088F24E-4A59-4E01-B433-3390CE5B0888}" type="presParOf" srcId="{00F23321-3EBF-4D1D-835A-7613B0930BDD}" destId="{5C7C0538-F2D1-4C49-8DAA-1E8C356957D1}" srcOrd="0" destOrd="0" presId="urn:microsoft.com/office/officeart/2018/2/layout/IconCircleList"/>
    <dgm:cxn modelId="{AC94CA18-6C60-4D91-8B32-AC660D5F3B09}" type="presParOf" srcId="{00F23321-3EBF-4D1D-835A-7613B0930BDD}" destId="{629B5E14-B98C-4724-AB59-A8431C1879AE}" srcOrd="1" destOrd="0" presId="urn:microsoft.com/office/officeart/2018/2/layout/IconCircleList"/>
    <dgm:cxn modelId="{E8564A8C-E85F-4C8F-B188-7A9A0D4ABD02}" type="presParOf" srcId="{00F23321-3EBF-4D1D-835A-7613B0930BDD}" destId="{2995F936-49C6-4DCE-A466-DDE8EDD4C8F0}" srcOrd="2" destOrd="0" presId="urn:microsoft.com/office/officeart/2018/2/layout/IconCircleList"/>
    <dgm:cxn modelId="{DF7D282E-B1A6-462D-AC8B-F5CC2366262E}" type="presParOf" srcId="{00F23321-3EBF-4D1D-835A-7613B0930BDD}" destId="{2FA77E0C-6859-45FE-A2EF-4DA48FE966FF}" srcOrd="3" destOrd="0" presId="urn:microsoft.com/office/officeart/2018/2/layout/IconCircleList"/>
    <dgm:cxn modelId="{C9E58236-510C-45D9-95D9-2289A5F0E3AB}" type="presParOf" srcId="{978E10DE-2A08-4011-8741-F49A0D4F7DC4}" destId="{652C9708-8060-49E4-91DD-E84877BE3790}" srcOrd="5" destOrd="0" presId="urn:microsoft.com/office/officeart/2018/2/layout/IconCircleList"/>
    <dgm:cxn modelId="{9457D321-6738-4999-81D0-84074835099F}" type="presParOf" srcId="{978E10DE-2A08-4011-8741-F49A0D4F7DC4}" destId="{C34E166A-C43F-483E-B2B6-4C514E013AE6}" srcOrd="6" destOrd="0" presId="urn:microsoft.com/office/officeart/2018/2/layout/IconCircleList"/>
    <dgm:cxn modelId="{0DC4A42E-0FAB-4FA4-9289-A9BABA01FC11}" type="presParOf" srcId="{C34E166A-C43F-483E-B2B6-4C514E013AE6}" destId="{89E8D205-8C0A-424A-AFCD-F021C24F1307}" srcOrd="0" destOrd="0" presId="urn:microsoft.com/office/officeart/2018/2/layout/IconCircleList"/>
    <dgm:cxn modelId="{EBF46229-3659-4D79-967D-4BF94E5693D2}" type="presParOf" srcId="{C34E166A-C43F-483E-B2B6-4C514E013AE6}" destId="{F602A124-820F-4007-8E28-391281A22267}" srcOrd="1" destOrd="0" presId="urn:microsoft.com/office/officeart/2018/2/layout/IconCircleList"/>
    <dgm:cxn modelId="{473F3ADF-FC03-4568-8CE3-8E72B51B4DF2}" type="presParOf" srcId="{C34E166A-C43F-483E-B2B6-4C514E013AE6}" destId="{FA2051A5-468E-435F-8B08-6C350FB99450}" srcOrd="2" destOrd="0" presId="urn:microsoft.com/office/officeart/2018/2/layout/IconCircleList"/>
    <dgm:cxn modelId="{24CC2032-9E7C-4736-8B1F-78A7A4FEE94D}" type="presParOf" srcId="{C34E166A-C43F-483E-B2B6-4C514E013AE6}" destId="{DF73119E-4956-4127-975D-5362D8F83077}" srcOrd="3" destOrd="0" presId="urn:microsoft.com/office/officeart/2018/2/layout/IconCircleList"/>
    <dgm:cxn modelId="{ABE712CA-B832-4157-9C8D-D5515DD9DC9F}" type="presParOf" srcId="{978E10DE-2A08-4011-8741-F49A0D4F7DC4}" destId="{C5871CE5-0FAE-4174-8123-5C996AD213A2}" srcOrd="7" destOrd="0" presId="urn:microsoft.com/office/officeart/2018/2/layout/IconCircleList"/>
    <dgm:cxn modelId="{43370B0A-9A85-4B96-B8D8-FDEF4D17960D}" type="presParOf" srcId="{978E10DE-2A08-4011-8741-F49A0D4F7DC4}" destId="{74B7FE64-9093-48EC-A167-07A6FFF06EB5}" srcOrd="8" destOrd="0" presId="urn:microsoft.com/office/officeart/2018/2/layout/IconCircleList"/>
    <dgm:cxn modelId="{E90F66A2-D21B-431E-9163-387F47B277BD}" type="presParOf" srcId="{74B7FE64-9093-48EC-A167-07A6FFF06EB5}" destId="{EA6640A0-46E2-4FCF-BCD0-799FD41E2188}" srcOrd="0" destOrd="0" presId="urn:microsoft.com/office/officeart/2018/2/layout/IconCircleList"/>
    <dgm:cxn modelId="{770D2755-A6A7-4FE7-BF90-3A3197651322}" type="presParOf" srcId="{74B7FE64-9093-48EC-A167-07A6FFF06EB5}" destId="{F0901D03-A258-4149-A33F-098DAD85125C}" srcOrd="1" destOrd="0" presId="urn:microsoft.com/office/officeart/2018/2/layout/IconCircleList"/>
    <dgm:cxn modelId="{5A442608-C06A-4B1B-B3C6-3916030127BA}" type="presParOf" srcId="{74B7FE64-9093-48EC-A167-07A6FFF06EB5}" destId="{36400D09-BCB5-4E7A-B7DE-3B3C6624C994}" srcOrd="2" destOrd="0" presId="urn:microsoft.com/office/officeart/2018/2/layout/IconCircleList"/>
    <dgm:cxn modelId="{B2A0921E-231E-49BA-81E5-DF95EB4C7F9B}" type="presParOf" srcId="{74B7FE64-9093-48EC-A167-07A6FFF06EB5}" destId="{EEEF1072-03F8-4A71-A844-A6217FF345E4}" srcOrd="3" destOrd="0" presId="urn:microsoft.com/office/officeart/2018/2/layout/IconCircleList"/>
    <dgm:cxn modelId="{47CA9EF5-9B36-4D0C-B576-5B0FE0254E2C}" type="presParOf" srcId="{978E10DE-2A08-4011-8741-F49A0D4F7DC4}" destId="{870FFF1F-722C-4CE3-BF21-5882304E38A8}" srcOrd="9" destOrd="0" presId="urn:microsoft.com/office/officeart/2018/2/layout/IconCircleList"/>
    <dgm:cxn modelId="{E1B1F677-F90A-4F8D-8675-08FB9F50C8A4}" type="presParOf" srcId="{978E10DE-2A08-4011-8741-F49A0D4F7DC4}" destId="{82017651-FBB4-4CD0-81F1-F2C4B2C0588F}" srcOrd="10" destOrd="0" presId="urn:microsoft.com/office/officeart/2018/2/layout/IconCircleList"/>
    <dgm:cxn modelId="{9C9B5B14-A08F-4221-A7B6-7F8CFDC09391}" type="presParOf" srcId="{82017651-FBB4-4CD0-81F1-F2C4B2C0588F}" destId="{C0E51CDE-D5BA-4649-AC2F-7A8A174EE92B}" srcOrd="0" destOrd="0" presId="urn:microsoft.com/office/officeart/2018/2/layout/IconCircleList"/>
    <dgm:cxn modelId="{93310461-81B9-4ABB-AA6B-4C7E4C86AC87}" type="presParOf" srcId="{82017651-FBB4-4CD0-81F1-F2C4B2C0588F}" destId="{2301AA64-3453-4EAA-8552-567C0F83BD1F}" srcOrd="1" destOrd="0" presId="urn:microsoft.com/office/officeart/2018/2/layout/IconCircleList"/>
    <dgm:cxn modelId="{C1AA9EF2-3C79-4C47-975C-B6E2AECB9121}" type="presParOf" srcId="{82017651-FBB4-4CD0-81F1-F2C4B2C0588F}" destId="{0063D7F4-8D3F-4344-B8EA-55E6FC916D5E}" srcOrd="2" destOrd="0" presId="urn:microsoft.com/office/officeart/2018/2/layout/IconCircleList"/>
    <dgm:cxn modelId="{18AE8A98-FDF6-4941-95C2-68DE60C198F1}" type="presParOf" srcId="{82017651-FBB4-4CD0-81F1-F2C4B2C0588F}" destId="{470EB5F6-A552-4A6E-8748-A974370DB9E0}" srcOrd="3" destOrd="0" presId="urn:microsoft.com/office/officeart/2018/2/layout/IconCircleList"/>
    <dgm:cxn modelId="{FE1D79C2-31CF-46D4-BCC5-A5FE1772170D}" type="presParOf" srcId="{978E10DE-2A08-4011-8741-F49A0D4F7DC4}" destId="{57098636-F84A-466A-ACB6-90F99A16C282}" srcOrd="11" destOrd="0" presId="urn:microsoft.com/office/officeart/2018/2/layout/IconCircleList"/>
    <dgm:cxn modelId="{B2E692E9-EFC1-410B-9DCF-2D5DEDBA5BA8}" type="presParOf" srcId="{978E10DE-2A08-4011-8741-F49A0D4F7DC4}" destId="{7D67AB03-D4EF-48B0-9BEF-4F5250DD442C}" srcOrd="12" destOrd="0" presId="urn:microsoft.com/office/officeart/2018/2/layout/IconCircleList"/>
    <dgm:cxn modelId="{941A491C-60C7-4D3D-B998-037D6548A47A}" type="presParOf" srcId="{7D67AB03-D4EF-48B0-9BEF-4F5250DD442C}" destId="{C4BA783E-8B16-4F67-AFC7-8DDF03A28896}" srcOrd="0" destOrd="0" presId="urn:microsoft.com/office/officeart/2018/2/layout/IconCircleList"/>
    <dgm:cxn modelId="{9FE44B68-E9BF-4651-B65F-1F76FAEAECC7}" type="presParOf" srcId="{7D67AB03-D4EF-48B0-9BEF-4F5250DD442C}" destId="{96A88792-B275-4CD6-9852-5A293290ED56}" srcOrd="1" destOrd="0" presId="urn:microsoft.com/office/officeart/2018/2/layout/IconCircleList"/>
    <dgm:cxn modelId="{595AB27B-2A60-47BE-AFBA-C0926A1A7682}" type="presParOf" srcId="{7D67AB03-D4EF-48B0-9BEF-4F5250DD442C}" destId="{05DDB413-D5CB-4AF7-807E-09704CBF0716}" srcOrd="2" destOrd="0" presId="urn:microsoft.com/office/officeart/2018/2/layout/IconCircleList"/>
    <dgm:cxn modelId="{869E9B65-7F3D-4F19-A765-D95C5497423D}" type="presParOf" srcId="{7D67AB03-D4EF-48B0-9BEF-4F5250DD442C}" destId="{D6E446ED-94B2-40C1-B9C8-BFE6B4DCC1EF}"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C46255-856B-458F-A8EF-2D4C06884EE5}">
      <dsp:nvSpPr>
        <dsp:cNvPr id="0" name=""/>
        <dsp:cNvSpPr/>
      </dsp:nvSpPr>
      <dsp:spPr>
        <a:xfrm>
          <a:off x="0" y="1407"/>
          <a:ext cx="10515600" cy="59979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5E45CD-ACE4-485E-9841-CB0CEB4204B5}">
      <dsp:nvSpPr>
        <dsp:cNvPr id="0" name=""/>
        <dsp:cNvSpPr/>
      </dsp:nvSpPr>
      <dsp:spPr>
        <a:xfrm>
          <a:off x="181438" y="136361"/>
          <a:ext cx="329887" cy="3298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A2791E3-94E7-4AF3-A9B7-87544F9FD66D}">
      <dsp:nvSpPr>
        <dsp:cNvPr id="0" name=""/>
        <dsp:cNvSpPr/>
      </dsp:nvSpPr>
      <dsp:spPr>
        <a:xfrm>
          <a:off x="692764" y="1407"/>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755650">
            <a:lnSpc>
              <a:spcPct val="90000"/>
            </a:lnSpc>
            <a:spcBef>
              <a:spcPct val="0"/>
            </a:spcBef>
            <a:spcAft>
              <a:spcPct val="35000"/>
            </a:spcAft>
            <a:buNone/>
          </a:pPr>
          <a:r>
            <a:rPr lang="en-US" sz="1700" kern="1200"/>
            <a:t>This prototype is designed to maintain optimal temperature for perishable goods during transportation using heating and cooling systems.</a:t>
          </a:r>
        </a:p>
      </dsp:txBody>
      <dsp:txXfrm>
        <a:off x="692764" y="1407"/>
        <a:ext cx="9822835" cy="599796"/>
      </dsp:txXfrm>
    </dsp:sp>
    <dsp:sp modelId="{FD38BD58-9EC6-46F6-9739-B3E1BF6544D3}">
      <dsp:nvSpPr>
        <dsp:cNvPr id="0" name=""/>
        <dsp:cNvSpPr/>
      </dsp:nvSpPr>
      <dsp:spPr>
        <a:xfrm>
          <a:off x="0" y="751152"/>
          <a:ext cx="10515600" cy="59979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9B2729-DF9E-4725-A968-B6983C2D854C}">
      <dsp:nvSpPr>
        <dsp:cNvPr id="0" name=""/>
        <dsp:cNvSpPr/>
      </dsp:nvSpPr>
      <dsp:spPr>
        <a:xfrm>
          <a:off x="181438" y="886107"/>
          <a:ext cx="329887" cy="3298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08E4E49-E4ED-4C3B-8D4F-7A6EB60390E9}">
      <dsp:nvSpPr>
        <dsp:cNvPr id="0" name=""/>
        <dsp:cNvSpPr/>
      </dsp:nvSpPr>
      <dsp:spPr>
        <a:xfrm>
          <a:off x="692764" y="751152"/>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755650">
            <a:lnSpc>
              <a:spcPct val="90000"/>
            </a:lnSpc>
            <a:spcBef>
              <a:spcPct val="0"/>
            </a:spcBef>
            <a:spcAft>
              <a:spcPct val="35000"/>
            </a:spcAft>
            <a:buNone/>
          </a:pPr>
          <a:r>
            <a:rPr lang="en-US" sz="1700" kern="1200"/>
            <a:t>It integrates multiple sensors (DS18B20, LM35, DHT11) for precise temperature and humidity monitoring.</a:t>
          </a:r>
        </a:p>
      </dsp:txBody>
      <dsp:txXfrm>
        <a:off x="692764" y="751152"/>
        <a:ext cx="9822835" cy="599796"/>
      </dsp:txXfrm>
    </dsp:sp>
    <dsp:sp modelId="{B64D87FB-FE9F-410E-B389-3AF82F054490}">
      <dsp:nvSpPr>
        <dsp:cNvPr id="0" name=""/>
        <dsp:cNvSpPr/>
      </dsp:nvSpPr>
      <dsp:spPr>
        <a:xfrm>
          <a:off x="0" y="1500898"/>
          <a:ext cx="10515600" cy="59979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84F4E3-A91B-4ACE-B75B-E7845DC84A77}">
      <dsp:nvSpPr>
        <dsp:cNvPr id="0" name=""/>
        <dsp:cNvSpPr/>
      </dsp:nvSpPr>
      <dsp:spPr>
        <a:xfrm>
          <a:off x="181438" y="1635852"/>
          <a:ext cx="329887" cy="3298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7FEB7E1-F3C1-4802-A52C-FBF50FAC8F54}">
      <dsp:nvSpPr>
        <dsp:cNvPr id="0" name=""/>
        <dsp:cNvSpPr/>
      </dsp:nvSpPr>
      <dsp:spPr>
        <a:xfrm>
          <a:off x="692764" y="1500898"/>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755650">
            <a:lnSpc>
              <a:spcPct val="90000"/>
            </a:lnSpc>
            <a:spcBef>
              <a:spcPct val="0"/>
            </a:spcBef>
            <a:spcAft>
              <a:spcPct val="35000"/>
            </a:spcAft>
            <a:buNone/>
          </a:pPr>
          <a:r>
            <a:rPr lang="en-US" sz="1700" kern="1200"/>
            <a:t>The cooling system uses a Peltier module paired with a 12V CPU cooling fan, while heating is managed by a 12V 40W cartridge heater.</a:t>
          </a:r>
        </a:p>
      </dsp:txBody>
      <dsp:txXfrm>
        <a:off x="692764" y="1500898"/>
        <a:ext cx="9822835" cy="599796"/>
      </dsp:txXfrm>
    </dsp:sp>
    <dsp:sp modelId="{56CD6CF1-1DAD-40E6-98DC-563834FC9AC3}">
      <dsp:nvSpPr>
        <dsp:cNvPr id="0" name=""/>
        <dsp:cNvSpPr/>
      </dsp:nvSpPr>
      <dsp:spPr>
        <a:xfrm>
          <a:off x="0" y="2250643"/>
          <a:ext cx="10515600" cy="59979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01392F-D08E-4CCB-A7FD-B1DEBD7B0777}">
      <dsp:nvSpPr>
        <dsp:cNvPr id="0" name=""/>
        <dsp:cNvSpPr/>
      </dsp:nvSpPr>
      <dsp:spPr>
        <a:xfrm>
          <a:off x="181438" y="2385597"/>
          <a:ext cx="329887" cy="32988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7CB12EF-50E0-430C-9B0E-43481428DAD8}">
      <dsp:nvSpPr>
        <dsp:cNvPr id="0" name=""/>
        <dsp:cNvSpPr/>
      </dsp:nvSpPr>
      <dsp:spPr>
        <a:xfrm>
          <a:off x="692764" y="2250643"/>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755650">
            <a:lnSpc>
              <a:spcPct val="90000"/>
            </a:lnSpc>
            <a:spcBef>
              <a:spcPct val="0"/>
            </a:spcBef>
            <a:spcAft>
              <a:spcPct val="35000"/>
            </a:spcAft>
            <a:buNone/>
          </a:pPr>
          <a:r>
            <a:rPr lang="en-US" sz="1700" kern="1200"/>
            <a:t>An Arduino Uno controls the sensors and relays, while a ESP01 module sends real-time data to ThingSpeak for remote monitoring.</a:t>
          </a:r>
        </a:p>
      </dsp:txBody>
      <dsp:txXfrm>
        <a:off x="692764" y="2250643"/>
        <a:ext cx="9822835" cy="599796"/>
      </dsp:txXfrm>
    </dsp:sp>
    <dsp:sp modelId="{45A0E47E-42DF-4CF7-ABDC-0E74CA84E6FB}">
      <dsp:nvSpPr>
        <dsp:cNvPr id="0" name=""/>
        <dsp:cNvSpPr/>
      </dsp:nvSpPr>
      <dsp:spPr>
        <a:xfrm>
          <a:off x="0" y="3000388"/>
          <a:ext cx="10515600" cy="59979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0A4ED3-4613-4245-90AB-9EA6FFD44F86}">
      <dsp:nvSpPr>
        <dsp:cNvPr id="0" name=""/>
        <dsp:cNvSpPr/>
      </dsp:nvSpPr>
      <dsp:spPr>
        <a:xfrm>
          <a:off x="181438" y="3135342"/>
          <a:ext cx="329887" cy="32988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7ACC67-ECFB-4311-B4F3-8272E0BE6F9F}">
      <dsp:nvSpPr>
        <dsp:cNvPr id="0" name=""/>
        <dsp:cNvSpPr/>
      </dsp:nvSpPr>
      <dsp:spPr>
        <a:xfrm>
          <a:off x="692764" y="3000388"/>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755650">
            <a:lnSpc>
              <a:spcPct val="90000"/>
            </a:lnSpc>
            <a:spcBef>
              <a:spcPct val="0"/>
            </a:spcBef>
            <a:spcAft>
              <a:spcPct val="35000"/>
            </a:spcAft>
            <a:buNone/>
          </a:pPr>
          <a:r>
            <a:rPr lang="en-US" sz="1700" kern="1200"/>
            <a:t>User inputs for mode and food type selection are facilitated through six push buttons and displayed on a 16x2 LCD with I2C interface.</a:t>
          </a:r>
        </a:p>
      </dsp:txBody>
      <dsp:txXfrm>
        <a:off x="692764" y="3000388"/>
        <a:ext cx="9822835" cy="599796"/>
      </dsp:txXfrm>
    </dsp:sp>
    <dsp:sp modelId="{8C4D135C-14CF-4EA8-89A4-08322E8C0151}">
      <dsp:nvSpPr>
        <dsp:cNvPr id="0" name=""/>
        <dsp:cNvSpPr/>
      </dsp:nvSpPr>
      <dsp:spPr>
        <a:xfrm>
          <a:off x="0" y="3750134"/>
          <a:ext cx="10515600" cy="59979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33EF8A-79B2-4E2F-BEA8-386B6471E699}">
      <dsp:nvSpPr>
        <dsp:cNvPr id="0" name=""/>
        <dsp:cNvSpPr/>
      </dsp:nvSpPr>
      <dsp:spPr>
        <a:xfrm>
          <a:off x="181438" y="3885088"/>
          <a:ext cx="329887" cy="329887"/>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D21E01-2319-4CD2-B0D5-C0B8B2932A86}">
      <dsp:nvSpPr>
        <dsp:cNvPr id="0" name=""/>
        <dsp:cNvSpPr/>
      </dsp:nvSpPr>
      <dsp:spPr>
        <a:xfrm>
          <a:off x="692764" y="3750134"/>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755650">
            <a:lnSpc>
              <a:spcPct val="90000"/>
            </a:lnSpc>
            <a:spcBef>
              <a:spcPct val="0"/>
            </a:spcBef>
            <a:spcAft>
              <a:spcPct val="35000"/>
            </a:spcAft>
            <a:buNone/>
          </a:pPr>
          <a:r>
            <a:rPr lang="en-US" sz="1700" kern="1200"/>
            <a:t>This scalable solution supports multi-compartment setups in commercial vehicles, ensuring customized temperature control for different food categories.</a:t>
          </a:r>
        </a:p>
      </dsp:txBody>
      <dsp:txXfrm>
        <a:off x="692764" y="3750134"/>
        <a:ext cx="9822835" cy="5997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99A91C-77A6-4B4F-B853-34DC2347B30B}">
      <dsp:nvSpPr>
        <dsp:cNvPr id="0" name=""/>
        <dsp:cNvSpPr/>
      </dsp:nvSpPr>
      <dsp:spPr>
        <a:xfrm>
          <a:off x="221685" y="40738"/>
          <a:ext cx="913573" cy="913573"/>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C78C93-FBBD-4F31-A73F-46C2C95BD2C2}">
      <dsp:nvSpPr>
        <dsp:cNvPr id="0" name=""/>
        <dsp:cNvSpPr/>
      </dsp:nvSpPr>
      <dsp:spPr>
        <a:xfrm>
          <a:off x="413535" y="232588"/>
          <a:ext cx="529872" cy="52987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A34872B-BA4A-4ED6-B11C-50CFC7F1EDC6}">
      <dsp:nvSpPr>
        <dsp:cNvPr id="0" name=""/>
        <dsp:cNvSpPr/>
      </dsp:nvSpPr>
      <dsp:spPr>
        <a:xfrm>
          <a:off x="1331024" y="40738"/>
          <a:ext cx="2153422" cy="913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IN" sz="1400" b="1" kern="1200" dirty="0"/>
            <a:t>Components to Upgrade for Final Product:</a:t>
          </a:r>
          <a:endParaRPr lang="en-US" sz="1400" kern="1200" dirty="0"/>
        </a:p>
      </dsp:txBody>
      <dsp:txXfrm>
        <a:off x="1331024" y="40738"/>
        <a:ext cx="2153422" cy="913573"/>
      </dsp:txXfrm>
    </dsp:sp>
    <dsp:sp modelId="{857B9224-AE23-49AC-B977-EB926A855342}">
      <dsp:nvSpPr>
        <dsp:cNvPr id="0" name=""/>
        <dsp:cNvSpPr/>
      </dsp:nvSpPr>
      <dsp:spPr>
        <a:xfrm>
          <a:off x="3859664" y="40738"/>
          <a:ext cx="913573" cy="913573"/>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86A8CC-CB4D-45C2-B638-D234FE1DBBA9}">
      <dsp:nvSpPr>
        <dsp:cNvPr id="0" name=""/>
        <dsp:cNvSpPr/>
      </dsp:nvSpPr>
      <dsp:spPr>
        <a:xfrm>
          <a:off x="4051514" y="232588"/>
          <a:ext cx="529872" cy="52987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CF7C74F-92D3-466C-BEB9-F92188ED368E}">
      <dsp:nvSpPr>
        <dsp:cNvPr id="0" name=""/>
        <dsp:cNvSpPr/>
      </dsp:nvSpPr>
      <dsp:spPr>
        <a:xfrm>
          <a:off x="4976949" y="60316"/>
          <a:ext cx="2153422" cy="913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IN" sz="1400" kern="1200" dirty="0"/>
            <a:t>Replace Arduin</a:t>
          </a:r>
          <a:r>
            <a:rPr lang="en-IN" sz="1100" kern="1200" dirty="0"/>
            <a:t>o </a:t>
          </a:r>
          <a:r>
            <a:rPr lang="en-IN" sz="1200" kern="1200" dirty="0"/>
            <a:t>Uno with a more robust microcontroller like STM32 or ESP32 for higher processing power and integrated Wi-Fi.</a:t>
          </a:r>
          <a:endParaRPr lang="en-US" sz="1200" kern="1200" dirty="0"/>
        </a:p>
      </dsp:txBody>
      <dsp:txXfrm>
        <a:off x="4976949" y="60316"/>
        <a:ext cx="2153422" cy="913573"/>
      </dsp:txXfrm>
    </dsp:sp>
    <dsp:sp modelId="{5C7C0538-F2D1-4C49-8DAA-1E8C356957D1}">
      <dsp:nvSpPr>
        <dsp:cNvPr id="0" name=""/>
        <dsp:cNvSpPr/>
      </dsp:nvSpPr>
      <dsp:spPr>
        <a:xfrm>
          <a:off x="7497643" y="40738"/>
          <a:ext cx="913573" cy="913573"/>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9B5E14-B98C-4724-AB59-A8431C1879AE}">
      <dsp:nvSpPr>
        <dsp:cNvPr id="0" name=""/>
        <dsp:cNvSpPr/>
      </dsp:nvSpPr>
      <dsp:spPr>
        <a:xfrm>
          <a:off x="7689493" y="232588"/>
          <a:ext cx="529872" cy="52987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A77E0C-6859-45FE-A2EF-4DA48FE966FF}">
      <dsp:nvSpPr>
        <dsp:cNvPr id="0" name=""/>
        <dsp:cNvSpPr/>
      </dsp:nvSpPr>
      <dsp:spPr>
        <a:xfrm>
          <a:off x="8606981" y="40738"/>
          <a:ext cx="2153422" cy="913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IN" sz="1200" kern="1200" dirty="0"/>
            <a:t>Use industrial-grade temperature sensors with higher accuracy and durability (e.g., PT100 RTD sensors).</a:t>
          </a:r>
          <a:endParaRPr lang="en-US" sz="1200" kern="1200" dirty="0"/>
        </a:p>
      </dsp:txBody>
      <dsp:txXfrm>
        <a:off x="8606981" y="40738"/>
        <a:ext cx="2153422" cy="913573"/>
      </dsp:txXfrm>
    </dsp:sp>
    <dsp:sp modelId="{89E8D205-8C0A-424A-AFCD-F021C24F1307}">
      <dsp:nvSpPr>
        <dsp:cNvPr id="0" name=""/>
        <dsp:cNvSpPr/>
      </dsp:nvSpPr>
      <dsp:spPr>
        <a:xfrm>
          <a:off x="221685" y="1681240"/>
          <a:ext cx="913573" cy="913573"/>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02A124-820F-4007-8E28-391281A22267}">
      <dsp:nvSpPr>
        <dsp:cNvPr id="0" name=""/>
        <dsp:cNvSpPr/>
      </dsp:nvSpPr>
      <dsp:spPr>
        <a:xfrm>
          <a:off x="413535" y="1873091"/>
          <a:ext cx="529872" cy="52987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73119E-4956-4127-975D-5362D8F83077}">
      <dsp:nvSpPr>
        <dsp:cNvPr id="0" name=""/>
        <dsp:cNvSpPr/>
      </dsp:nvSpPr>
      <dsp:spPr>
        <a:xfrm>
          <a:off x="1331024" y="1681240"/>
          <a:ext cx="2153422" cy="913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IN" sz="1200" kern="1200" dirty="0"/>
            <a:t>Swap Peltier modules with compressor-based refrigeration units for more efficient and powerful cooling.</a:t>
          </a:r>
          <a:endParaRPr lang="en-US" sz="1200" kern="1200" dirty="0"/>
        </a:p>
      </dsp:txBody>
      <dsp:txXfrm>
        <a:off x="1331024" y="1681240"/>
        <a:ext cx="2153422" cy="913573"/>
      </dsp:txXfrm>
    </dsp:sp>
    <dsp:sp modelId="{EA6640A0-46E2-4FCF-BCD0-799FD41E2188}">
      <dsp:nvSpPr>
        <dsp:cNvPr id="0" name=""/>
        <dsp:cNvSpPr/>
      </dsp:nvSpPr>
      <dsp:spPr>
        <a:xfrm>
          <a:off x="3859664" y="1681240"/>
          <a:ext cx="913573" cy="913573"/>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901D03-A258-4149-A33F-098DAD85125C}">
      <dsp:nvSpPr>
        <dsp:cNvPr id="0" name=""/>
        <dsp:cNvSpPr/>
      </dsp:nvSpPr>
      <dsp:spPr>
        <a:xfrm>
          <a:off x="4051514" y="1873091"/>
          <a:ext cx="529872" cy="52987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EF1072-03F8-4A71-A844-A6217FF345E4}">
      <dsp:nvSpPr>
        <dsp:cNvPr id="0" name=""/>
        <dsp:cNvSpPr/>
      </dsp:nvSpPr>
      <dsp:spPr>
        <a:xfrm>
          <a:off x="4969003" y="1681240"/>
          <a:ext cx="2153422" cy="913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IN" sz="1200" kern="1200" dirty="0"/>
            <a:t>Replace cartridge heater with sealed, high-efficiency electric heating elements suitable for larger volumes.</a:t>
          </a:r>
          <a:endParaRPr lang="en-US" sz="1200" kern="1200" dirty="0"/>
        </a:p>
      </dsp:txBody>
      <dsp:txXfrm>
        <a:off x="4969003" y="1681240"/>
        <a:ext cx="2153422" cy="913573"/>
      </dsp:txXfrm>
    </dsp:sp>
    <dsp:sp modelId="{C0E51CDE-D5BA-4649-AC2F-7A8A174EE92B}">
      <dsp:nvSpPr>
        <dsp:cNvPr id="0" name=""/>
        <dsp:cNvSpPr/>
      </dsp:nvSpPr>
      <dsp:spPr>
        <a:xfrm>
          <a:off x="7497643" y="1681240"/>
          <a:ext cx="913573" cy="913573"/>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01AA64-3453-4EAA-8552-567C0F83BD1F}">
      <dsp:nvSpPr>
        <dsp:cNvPr id="0" name=""/>
        <dsp:cNvSpPr/>
      </dsp:nvSpPr>
      <dsp:spPr>
        <a:xfrm>
          <a:off x="7689493" y="1873091"/>
          <a:ext cx="529872" cy="52987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70EB5F6-A552-4A6E-8748-A974370DB9E0}">
      <dsp:nvSpPr>
        <dsp:cNvPr id="0" name=""/>
        <dsp:cNvSpPr/>
      </dsp:nvSpPr>
      <dsp:spPr>
        <a:xfrm>
          <a:off x="8606981" y="1681240"/>
          <a:ext cx="2153422" cy="913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IN" sz="1200" kern="1200" dirty="0"/>
            <a:t>Upgrade LCD with a touchscreen display or integrate with smartphone apps for better User-Interface</a:t>
          </a:r>
          <a:endParaRPr lang="en-US" sz="1200" kern="1200" dirty="0"/>
        </a:p>
      </dsp:txBody>
      <dsp:txXfrm>
        <a:off x="8606981" y="1681240"/>
        <a:ext cx="2153422" cy="913573"/>
      </dsp:txXfrm>
    </dsp:sp>
    <dsp:sp modelId="{C4BA783E-8B16-4F67-AFC7-8DDF03A28896}">
      <dsp:nvSpPr>
        <dsp:cNvPr id="0" name=""/>
        <dsp:cNvSpPr/>
      </dsp:nvSpPr>
      <dsp:spPr>
        <a:xfrm>
          <a:off x="221685" y="3321743"/>
          <a:ext cx="913573" cy="913573"/>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A88792-B275-4CD6-9852-5A293290ED56}">
      <dsp:nvSpPr>
        <dsp:cNvPr id="0" name=""/>
        <dsp:cNvSpPr/>
      </dsp:nvSpPr>
      <dsp:spPr>
        <a:xfrm>
          <a:off x="413535" y="3513593"/>
          <a:ext cx="529872" cy="529872"/>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6E446ED-94B2-40C1-B9C8-BFE6B4DCC1EF}">
      <dsp:nvSpPr>
        <dsp:cNvPr id="0" name=""/>
        <dsp:cNvSpPr/>
      </dsp:nvSpPr>
      <dsp:spPr>
        <a:xfrm>
          <a:off x="1331024" y="3321743"/>
          <a:ext cx="2153422" cy="913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IN" sz="1200" kern="1200" dirty="0"/>
            <a:t>Use a reliable CAN bus or industrial communication protocol for multi-compartment management in large vehicles.</a:t>
          </a:r>
          <a:endParaRPr lang="en-US" sz="1200" kern="1200" dirty="0"/>
        </a:p>
      </dsp:txBody>
      <dsp:txXfrm>
        <a:off x="1331024" y="3321743"/>
        <a:ext cx="2153422" cy="91357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374515-869E-4649-92C6-5F098FD33F9C}" type="datetimeFigureOut">
              <a:rPr lang="en-IN" smtClean="0"/>
              <a:t>20-05-2025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08BD91-70EC-4778-A660-1E3374DE77FF}" type="slidenum">
              <a:rPr lang="en-IN" smtClean="0"/>
              <a:t>‹#›</a:t>
            </a:fld>
            <a:endParaRPr lang="en-IN"/>
          </a:p>
        </p:txBody>
      </p:sp>
    </p:spTree>
    <p:extLst>
      <p:ext uri="{BB962C8B-B14F-4D97-AF65-F5344CB8AC3E}">
        <p14:creationId xmlns:p14="http://schemas.microsoft.com/office/powerpoint/2010/main" val="3341350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F08BD91-70EC-4778-A660-1E3374DE77FF}" type="slidenum">
              <a:rPr lang="en-IN" smtClean="0"/>
              <a:t>29</a:t>
            </a:fld>
            <a:endParaRPr lang="en-IN"/>
          </a:p>
        </p:txBody>
      </p:sp>
    </p:spTree>
    <p:extLst>
      <p:ext uri="{BB962C8B-B14F-4D97-AF65-F5344CB8AC3E}">
        <p14:creationId xmlns:p14="http://schemas.microsoft.com/office/powerpoint/2010/main" val="14064013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F58D-B62B-40BB-83AA-9D07CFC4ED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AC06D3-F571-4213-A2A4-6A1915120C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A10580-AD31-4B8F-8448-55A666AC1725}"/>
              </a:ext>
            </a:extLst>
          </p:cNvPr>
          <p:cNvSpPr>
            <a:spLocks noGrp="1"/>
          </p:cNvSpPr>
          <p:nvPr>
            <p:ph type="dt" sz="half" idx="10"/>
          </p:nvPr>
        </p:nvSpPr>
        <p:spPr/>
        <p:txBody>
          <a:bodyPr/>
          <a:lstStyle/>
          <a:p>
            <a:fld id="{0DAF61AA-5A98-4049-A93E-477E5505141A}" type="datetimeFigureOut">
              <a:rPr lang="en-US" smtClean="0"/>
              <a:t>5/20/2025</a:t>
            </a:fld>
            <a:endParaRPr lang="en-US" dirty="0"/>
          </a:p>
        </p:txBody>
      </p:sp>
      <p:sp>
        <p:nvSpPr>
          <p:cNvPr id="5" name="Footer Placeholder 4">
            <a:extLst>
              <a:ext uri="{FF2B5EF4-FFF2-40B4-BE49-F238E27FC236}">
                <a16:creationId xmlns:a16="http://schemas.microsoft.com/office/drawing/2014/main" id="{15EC99C8-515A-4FEA-9CD2-6D0BF46CF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2AF1B-1868-4C05-B6C3-9EBF29A50AD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46585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6D384-B2C5-42A4-9774-A931C39BA5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8D736C-5FCC-43BC-B824-A90F2CC5D1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A3A50-B922-45BE-945D-7ED3EBD83F7C}"/>
              </a:ext>
            </a:extLst>
          </p:cNvPr>
          <p:cNvSpPr>
            <a:spLocks noGrp="1"/>
          </p:cNvSpPr>
          <p:nvPr>
            <p:ph type="dt" sz="half" idx="10"/>
          </p:nvPr>
        </p:nvSpPr>
        <p:spPr/>
        <p:txBody>
          <a:bodyPr/>
          <a:lstStyle/>
          <a:p>
            <a:fld id="{0DAF61AA-5A98-4049-A93E-477E5505141A}" type="datetimeFigureOut">
              <a:rPr lang="en-US" smtClean="0"/>
              <a:t>5/20/2025</a:t>
            </a:fld>
            <a:endParaRPr lang="en-US"/>
          </a:p>
        </p:txBody>
      </p:sp>
      <p:sp>
        <p:nvSpPr>
          <p:cNvPr id="5" name="Footer Placeholder 4">
            <a:extLst>
              <a:ext uri="{FF2B5EF4-FFF2-40B4-BE49-F238E27FC236}">
                <a16:creationId xmlns:a16="http://schemas.microsoft.com/office/drawing/2014/main" id="{64241F78-20DE-4D53-BB25-79E5C4E1A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43084-C669-4FDF-87D4-F22D36BB827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249648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C559-800C-489A-9174-7901F92B0D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42B5C3-320B-4CFD-B6A7-A28C7E435B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CA372-3F42-4113-A73B-5FDCF93CB5BC}"/>
              </a:ext>
            </a:extLst>
          </p:cNvPr>
          <p:cNvSpPr>
            <a:spLocks noGrp="1"/>
          </p:cNvSpPr>
          <p:nvPr>
            <p:ph type="dt" sz="half" idx="10"/>
          </p:nvPr>
        </p:nvSpPr>
        <p:spPr/>
        <p:txBody>
          <a:bodyPr/>
          <a:lstStyle/>
          <a:p>
            <a:fld id="{0DAF61AA-5A98-4049-A93E-477E5505141A}" type="datetimeFigureOut">
              <a:rPr lang="en-US" smtClean="0"/>
              <a:t>5/20/2025</a:t>
            </a:fld>
            <a:endParaRPr lang="en-US"/>
          </a:p>
        </p:txBody>
      </p:sp>
      <p:sp>
        <p:nvSpPr>
          <p:cNvPr id="5" name="Footer Placeholder 4">
            <a:extLst>
              <a:ext uri="{FF2B5EF4-FFF2-40B4-BE49-F238E27FC236}">
                <a16:creationId xmlns:a16="http://schemas.microsoft.com/office/drawing/2014/main" id="{F0DA1197-0C78-4878-B086-5D206EA491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B83D8-FD42-44FF-AA20-944A519CC0B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984194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85AA-B5C7-4E3D-85FA-94F3C73E59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3AFEEA-6F3F-4630-A950-61C05D2FAF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C36817-B869-4D19-9EE8-A3166B0E15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074146-2374-4321-AEBB-3E9B09D7796D}"/>
              </a:ext>
            </a:extLst>
          </p:cNvPr>
          <p:cNvSpPr>
            <a:spLocks noGrp="1"/>
          </p:cNvSpPr>
          <p:nvPr>
            <p:ph type="dt" sz="half" idx="10"/>
          </p:nvPr>
        </p:nvSpPr>
        <p:spPr/>
        <p:txBody>
          <a:bodyPr/>
          <a:lstStyle/>
          <a:p>
            <a:fld id="{0DAF61AA-5A98-4049-A93E-477E5505141A}" type="datetimeFigureOut">
              <a:rPr lang="en-US" smtClean="0"/>
              <a:t>5/20/2025</a:t>
            </a:fld>
            <a:endParaRPr lang="en-US"/>
          </a:p>
        </p:txBody>
      </p:sp>
      <p:sp>
        <p:nvSpPr>
          <p:cNvPr id="6" name="Footer Placeholder 5">
            <a:extLst>
              <a:ext uri="{FF2B5EF4-FFF2-40B4-BE49-F238E27FC236}">
                <a16:creationId xmlns:a16="http://schemas.microsoft.com/office/drawing/2014/main" id="{2C42337B-B902-4DC2-BB94-02B8A7549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4AD585-B83C-4ECF-AF42-8DDF6996B79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755752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9ADB-3495-481F-BB4E-9C7128B17B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D6FF4C-26CB-4281-A2F7-6CBE451867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2E72A9-F222-45B4-9355-C04C058641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699F6E-77AD-4EBC-BAF9-5A43CDEC41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77677-7169-4591-B047-0678815F48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82A6EB-0285-4FA4-A00C-A7F716084FD3}"/>
              </a:ext>
            </a:extLst>
          </p:cNvPr>
          <p:cNvSpPr>
            <a:spLocks noGrp="1"/>
          </p:cNvSpPr>
          <p:nvPr>
            <p:ph type="dt" sz="half" idx="10"/>
          </p:nvPr>
        </p:nvSpPr>
        <p:spPr/>
        <p:txBody>
          <a:bodyPr/>
          <a:lstStyle/>
          <a:p>
            <a:fld id="{0DAF61AA-5A98-4049-A93E-477E5505141A}" type="datetimeFigureOut">
              <a:rPr lang="en-US" smtClean="0"/>
              <a:t>5/20/2025</a:t>
            </a:fld>
            <a:endParaRPr lang="en-US"/>
          </a:p>
        </p:txBody>
      </p:sp>
      <p:sp>
        <p:nvSpPr>
          <p:cNvPr id="8" name="Footer Placeholder 7">
            <a:extLst>
              <a:ext uri="{FF2B5EF4-FFF2-40B4-BE49-F238E27FC236}">
                <a16:creationId xmlns:a16="http://schemas.microsoft.com/office/drawing/2014/main" id="{86D39526-82B8-402C-8A2B-82EF8F3F3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5EC9E6-6FF1-4541-9CB1-A2FF9D852169}"/>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776649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0F54-6CED-4251-A0A6-32CCD1213F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72C8E6-49D6-46A5-8DC3-B0D8E683C9CB}"/>
              </a:ext>
            </a:extLst>
          </p:cNvPr>
          <p:cNvSpPr>
            <a:spLocks noGrp="1"/>
          </p:cNvSpPr>
          <p:nvPr>
            <p:ph type="dt" sz="half" idx="10"/>
          </p:nvPr>
        </p:nvSpPr>
        <p:spPr/>
        <p:txBody>
          <a:bodyPr/>
          <a:lstStyle/>
          <a:p>
            <a:fld id="{0DAF61AA-5A98-4049-A93E-477E5505141A}" type="datetimeFigureOut">
              <a:rPr lang="en-US" smtClean="0"/>
              <a:t>5/20/2025</a:t>
            </a:fld>
            <a:endParaRPr lang="en-US"/>
          </a:p>
        </p:txBody>
      </p:sp>
      <p:sp>
        <p:nvSpPr>
          <p:cNvPr id="4" name="Footer Placeholder 3">
            <a:extLst>
              <a:ext uri="{FF2B5EF4-FFF2-40B4-BE49-F238E27FC236}">
                <a16:creationId xmlns:a16="http://schemas.microsoft.com/office/drawing/2014/main" id="{AB883CBA-77CD-4490-A5F3-BAA8FC254A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A5FF79-61B6-4693-8547-95B1F2F7A19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584184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DCB94-13E9-41CB-88F0-D30A1791DCBA}"/>
              </a:ext>
            </a:extLst>
          </p:cNvPr>
          <p:cNvSpPr>
            <a:spLocks noGrp="1"/>
          </p:cNvSpPr>
          <p:nvPr>
            <p:ph type="dt" sz="half" idx="10"/>
          </p:nvPr>
        </p:nvSpPr>
        <p:spPr/>
        <p:txBody>
          <a:bodyPr/>
          <a:lstStyle/>
          <a:p>
            <a:fld id="{0DAF61AA-5A98-4049-A93E-477E5505141A}" type="datetimeFigureOut">
              <a:rPr lang="en-US" smtClean="0"/>
              <a:t>5/20/2025</a:t>
            </a:fld>
            <a:endParaRPr lang="en-US"/>
          </a:p>
        </p:txBody>
      </p:sp>
      <p:sp>
        <p:nvSpPr>
          <p:cNvPr id="3" name="Footer Placeholder 2">
            <a:extLst>
              <a:ext uri="{FF2B5EF4-FFF2-40B4-BE49-F238E27FC236}">
                <a16:creationId xmlns:a16="http://schemas.microsoft.com/office/drawing/2014/main" id="{244795A4-736C-426D-8559-5AD5892756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2A2ACD-17F3-4C16-8E77-86EC92CCD55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10174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FCB2E-B68A-48F9-8B20-CDED818FB6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081C83-64B5-4BFD-A163-75C2EA7F89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5D44AD-E361-48A3-936D-DDA0D51445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EED06C-E016-489C-8863-EA1BE998BC48}"/>
              </a:ext>
            </a:extLst>
          </p:cNvPr>
          <p:cNvSpPr>
            <a:spLocks noGrp="1"/>
          </p:cNvSpPr>
          <p:nvPr>
            <p:ph type="dt" sz="half" idx="10"/>
          </p:nvPr>
        </p:nvSpPr>
        <p:spPr/>
        <p:txBody>
          <a:bodyPr/>
          <a:lstStyle/>
          <a:p>
            <a:fld id="{0DAF61AA-5A98-4049-A93E-477E5505141A}" type="datetimeFigureOut">
              <a:rPr lang="en-US" smtClean="0"/>
              <a:t>5/20/2025</a:t>
            </a:fld>
            <a:endParaRPr lang="en-US"/>
          </a:p>
        </p:txBody>
      </p:sp>
      <p:sp>
        <p:nvSpPr>
          <p:cNvPr id="6" name="Footer Placeholder 5">
            <a:extLst>
              <a:ext uri="{FF2B5EF4-FFF2-40B4-BE49-F238E27FC236}">
                <a16:creationId xmlns:a16="http://schemas.microsoft.com/office/drawing/2014/main" id="{359161F0-D253-49A7-9A08-7A0A228146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2C61A-B326-40A7-A286-90D0544BBC3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12226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2DF6F-D00F-4CE4-8701-B006273461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0FF7AB-F851-4425-8407-996C920E68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2ED6CF5-154F-4615-8CDC-E2BFA61FAB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5C400-0D13-495F-8C4E-EC3CDF5F22AF}"/>
              </a:ext>
            </a:extLst>
          </p:cNvPr>
          <p:cNvSpPr>
            <a:spLocks noGrp="1"/>
          </p:cNvSpPr>
          <p:nvPr>
            <p:ph type="dt" sz="half" idx="10"/>
          </p:nvPr>
        </p:nvSpPr>
        <p:spPr/>
        <p:txBody>
          <a:bodyPr/>
          <a:lstStyle/>
          <a:p>
            <a:fld id="{0DAF61AA-5A98-4049-A93E-477E5505141A}" type="datetimeFigureOut">
              <a:rPr lang="en-US" smtClean="0"/>
              <a:t>5/20/2025</a:t>
            </a:fld>
            <a:endParaRPr lang="en-US"/>
          </a:p>
        </p:txBody>
      </p:sp>
      <p:sp>
        <p:nvSpPr>
          <p:cNvPr id="6" name="Footer Placeholder 5">
            <a:extLst>
              <a:ext uri="{FF2B5EF4-FFF2-40B4-BE49-F238E27FC236}">
                <a16:creationId xmlns:a16="http://schemas.microsoft.com/office/drawing/2014/main" id="{4CB290D7-98AC-45E5-A7D6-73520AFC7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94276C-2BD2-4C4F-AC04-DD3D73768A5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160244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70B0-C1C5-4976-80E8-6B4F90EB36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593EE-493E-4BCE-8992-24CA63E1E0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80919F-FDDD-42FB-8422-A0665D558D00}"/>
              </a:ext>
            </a:extLst>
          </p:cNvPr>
          <p:cNvSpPr>
            <a:spLocks noGrp="1"/>
          </p:cNvSpPr>
          <p:nvPr>
            <p:ph type="dt" sz="half" idx="10"/>
          </p:nvPr>
        </p:nvSpPr>
        <p:spPr/>
        <p:txBody>
          <a:bodyPr/>
          <a:lstStyle/>
          <a:p>
            <a:fld id="{0DAF61AA-5A98-4049-A93E-477E5505141A}" type="datetimeFigureOut">
              <a:rPr lang="en-US" smtClean="0"/>
              <a:t>5/20/2025</a:t>
            </a:fld>
            <a:endParaRPr lang="en-US"/>
          </a:p>
        </p:txBody>
      </p:sp>
      <p:sp>
        <p:nvSpPr>
          <p:cNvPr id="5" name="Footer Placeholder 4">
            <a:extLst>
              <a:ext uri="{FF2B5EF4-FFF2-40B4-BE49-F238E27FC236}">
                <a16:creationId xmlns:a16="http://schemas.microsoft.com/office/drawing/2014/main" id="{A216D38A-35F8-4667-A1F4-49644471E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CC230-78B7-487B-9C95-CB00868F6F1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358708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4CB826-D9AA-4689-B8C0-38D999F0D0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1F1CDD-16FB-45E0-9887-24374C5676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846397-BBD2-4426-B1F5-FD6EA3CDC866}"/>
              </a:ext>
            </a:extLst>
          </p:cNvPr>
          <p:cNvSpPr>
            <a:spLocks noGrp="1"/>
          </p:cNvSpPr>
          <p:nvPr>
            <p:ph type="dt" sz="half" idx="10"/>
          </p:nvPr>
        </p:nvSpPr>
        <p:spPr/>
        <p:txBody>
          <a:bodyPr/>
          <a:lstStyle/>
          <a:p>
            <a:fld id="{0DAF61AA-5A98-4049-A93E-477E5505141A}" type="datetimeFigureOut">
              <a:rPr lang="en-US" smtClean="0"/>
              <a:t>5/20/2025</a:t>
            </a:fld>
            <a:endParaRPr lang="en-US"/>
          </a:p>
        </p:txBody>
      </p:sp>
      <p:sp>
        <p:nvSpPr>
          <p:cNvPr id="5" name="Footer Placeholder 4">
            <a:extLst>
              <a:ext uri="{FF2B5EF4-FFF2-40B4-BE49-F238E27FC236}">
                <a16:creationId xmlns:a16="http://schemas.microsoft.com/office/drawing/2014/main" id="{FDAB91E4-73D0-4ACD-8F54-00EE6FB1D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28C61-59FE-44D6-A7D6-AAD29223277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097955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47A131F-D5DE-41A5-B4CF-4F345319B40B}"/>
              </a:ext>
            </a:extLst>
          </p:cNvPr>
          <p:cNvSpPr/>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8" name="Freeform: Shape 7">
            <a:extLst>
              <a:ext uri="{FF2B5EF4-FFF2-40B4-BE49-F238E27FC236}">
                <a16:creationId xmlns:a16="http://schemas.microsoft.com/office/drawing/2014/main" id="{3AF4666D-BD98-40A5-A75F-478B982010B2}"/>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1">
                    <a:lumMod val="65000"/>
                    <a:lumOff val="35000"/>
                  </a:schemeClr>
                </a:solidFill>
                <a:latin typeface="AvenirNext LT Pro Medium" panose="020B0504020202020204" pitchFamily="34" charset="0"/>
              </a:rPr>
              <a:t> </a:t>
            </a:r>
          </a:p>
        </p:txBody>
      </p:sp>
      <p:sp>
        <p:nvSpPr>
          <p:cNvPr id="9" name="Freeform: Shape 8">
            <a:extLst>
              <a:ext uri="{FF2B5EF4-FFF2-40B4-BE49-F238E27FC236}">
                <a16:creationId xmlns:a16="http://schemas.microsoft.com/office/drawing/2014/main" id="{68680585-71F9-4721-A998-4974171D2EB4}"/>
              </a:ext>
            </a:extLst>
          </p:cNvPr>
          <p:cNvSpPr/>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1">
                    <a:lumMod val="65000"/>
                    <a:lumOff val="35000"/>
                  </a:schemeClr>
                </a:solidFill>
                <a:latin typeface="AvenirNext LT Pro Medium" panose="020B0504020202020204" pitchFamily="34" charset="0"/>
              </a:rPr>
              <a:t> </a:t>
            </a:r>
          </a:p>
        </p:txBody>
      </p:sp>
      <p:sp>
        <p:nvSpPr>
          <p:cNvPr id="10" name="Freeform: Shape 9">
            <a:extLst>
              <a:ext uri="{FF2B5EF4-FFF2-40B4-BE49-F238E27FC236}">
                <a16:creationId xmlns:a16="http://schemas.microsoft.com/office/drawing/2014/main" id="{12BC95C2-2EEC-4F59-ABA8-660B0D059CCF}"/>
              </a:ext>
            </a:extLst>
          </p:cNvPr>
          <p:cNvSpPr/>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 name="Graphic 141">
            <a:extLst>
              <a:ext uri="{FF2B5EF4-FFF2-40B4-BE49-F238E27FC236}">
                <a16:creationId xmlns:a16="http://schemas.microsoft.com/office/drawing/2014/main" id="{03E9870D-4BBA-43AF-8D44-BBADF020CFF6}"/>
              </a:ext>
            </a:extLst>
          </p:cNvPr>
          <p:cNvGrpSpPr/>
          <p:nvPr/>
        </p:nvGrpSpPr>
        <p:grpSpPr>
          <a:xfrm>
            <a:off x="10849" y="15178"/>
            <a:ext cx="2198951" cy="3331254"/>
            <a:chOff x="4473129" y="923925"/>
            <a:chExt cx="3308947" cy="5012817"/>
          </a:xfrm>
          <a:noFill/>
        </p:grpSpPr>
        <p:sp>
          <p:nvSpPr>
            <p:cNvPr id="12" name="Freeform: Shape 11">
              <a:extLst>
                <a:ext uri="{FF2B5EF4-FFF2-40B4-BE49-F238E27FC236}">
                  <a16:creationId xmlns:a16="http://schemas.microsoft.com/office/drawing/2014/main" id="{34BC5055-C77D-43CD-BB1D-A77B6779CDAD}"/>
                </a:ext>
              </a:extLst>
            </p:cNvPr>
            <p:cNvSpPr/>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13" name="Freeform: Shape 12">
              <a:extLst>
                <a:ext uri="{FF2B5EF4-FFF2-40B4-BE49-F238E27FC236}">
                  <a16:creationId xmlns:a16="http://schemas.microsoft.com/office/drawing/2014/main" id="{DB12D0B8-9385-489A-85AE-3D14AD0BA2FC}"/>
                </a:ext>
              </a:extLst>
            </p:cNvPr>
            <p:cNvSpPr/>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14" name="Freeform: Shape 13">
              <a:extLst>
                <a:ext uri="{FF2B5EF4-FFF2-40B4-BE49-F238E27FC236}">
                  <a16:creationId xmlns:a16="http://schemas.microsoft.com/office/drawing/2014/main" id="{D158A14A-147E-4130-A5E2-38FD84B181AF}"/>
                </a:ext>
              </a:extLst>
            </p:cNvPr>
            <p:cNvSpPr/>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15" name="Freeform: Shape 14">
              <a:extLst>
                <a:ext uri="{FF2B5EF4-FFF2-40B4-BE49-F238E27FC236}">
                  <a16:creationId xmlns:a16="http://schemas.microsoft.com/office/drawing/2014/main" id="{75B8B1EB-5E2B-472C-AE60-2EC5961F16F9}"/>
                </a:ext>
              </a:extLst>
            </p:cNvPr>
            <p:cNvSpPr/>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16" name="Freeform: Shape 15">
              <a:extLst>
                <a:ext uri="{FF2B5EF4-FFF2-40B4-BE49-F238E27FC236}">
                  <a16:creationId xmlns:a16="http://schemas.microsoft.com/office/drawing/2014/main" id="{B4F5BD77-58D7-4B61-A666-1B4139A63A28}"/>
                </a:ext>
              </a:extLst>
            </p:cNvPr>
            <p:cNvSpPr/>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F5CBEC6B-EDB6-40B8-8771-E5AF41B8D698}"/>
                </a:ext>
              </a:extLst>
            </p:cNvPr>
            <p:cNvSpPr/>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91BD0EE8-AA47-4044-9251-9F5A4B820120}"/>
                </a:ext>
              </a:extLst>
            </p:cNvPr>
            <p:cNvSpPr/>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19" name="Graphic 157">
            <a:extLst>
              <a:ext uri="{FF2B5EF4-FFF2-40B4-BE49-F238E27FC236}">
                <a16:creationId xmlns:a16="http://schemas.microsoft.com/office/drawing/2014/main" id="{C3279E8D-2BAA-4CB1-834B-09FADD54DE56}"/>
              </a:ext>
            </a:extLst>
          </p:cNvPr>
          <p:cNvGrpSpPr/>
          <p:nvPr/>
        </p:nvGrpSpPr>
        <p:grpSpPr>
          <a:xfrm>
            <a:off x="8610600" y="3276600"/>
            <a:ext cx="3529260" cy="3581399"/>
            <a:chOff x="4114800" y="1423987"/>
            <a:chExt cx="3961542" cy="4007547"/>
          </a:xfrm>
          <a:noFill/>
        </p:grpSpPr>
        <p:sp>
          <p:nvSpPr>
            <p:cNvPr id="20" name="Freeform: Shape 19">
              <a:extLst>
                <a:ext uri="{FF2B5EF4-FFF2-40B4-BE49-F238E27FC236}">
                  <a16:creationId xmlns:a16="http://schemas.microsoft.com/office/drawing/2014/main" id="{3456F18E-4F61-486D-9CD6-65B30372C534}"/>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318DDF45-08F0-46B6-A0B7-133735C94F47}"/>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B9D0CC0F-710D-43F4-BC86-763767420133}"/>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6FB36AB6-CB81-495A-8A33-C0BCE67D6F23}"/>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1993F7E6-ABF6-482D-BEA5-B4E607DDB433}"/>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DCA0B097-C21A-40B4-95E4-2FFA9697F824}"/>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AB2AF0F5-7EAA-4BAB-8DE2-D84E124170FA}"/>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p:nvSpPr>
          <p:cNvPr id="2" name="Title Placeholder 1">
            <a:extLst>
              <a:ext uri="{FF2B5EF4-FFF2-40B4-BE49-F238E27FC236}">
                <a16:creationId xmlns:a16="http://schemas.microsoft.com/office/drawing/2014/main" id="{B760C036-BBCE-4F9E-AD56-DD36D4407B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3A5D7EC-1E6A-473F-B5A4-18CDFB6CF9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9981C7-34D5-49A4-949D-715FD4BD8F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en-US" sz="900" kern="1200" cap="all" spc="200" smtClean="0">
                <a:solidFill>
                  <a:schemeClr val="accent1"/>
                </a:solidFill>
                <a:latin typeface="+mn-lt"/>
                <a:ea typeface="+mn-ea"/>
                <a:cs typeface="Segoe UI Semilight" panose="020B0402040204020203" pitchFamily="34" charset="0"/>
              </a:defRPr>
            </a:lvl1pPr>
          </a:lstStyle>
          <a:p>
            <a:fld id="{0DAF61AA-5A98-4049-A93E-477E5505141A}" type="datetimeFigureOut">
              <a:rPr lang="en-US" smtClean="0"/>
              <a:pPr/>
              <a:t>5/20/2025</a:t>
            </a:fld>
            <a:endParaRPr lang="en-US" dirty="0"/>
          </a:p>
        </p:txBody>
      </p:sp>
      <p:sp>
        <p:nvSpPr>
          <p:cNvPr id="5" name="Footer Placeholder 4">
            <a:extLst>
              <a:ext uri="{FF2B5EF4-FFF2-40B4-BE49-F238E27FC236}">
                <a16:creationId xmlns:a16="http://schemas.microsoft.com/office/drawing/2014/main" id="{FA85CE6E-733D-4C60-B40B-C7C10CB5AF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n-US" sz="900" kern="1200" cap="all" spc="200" dirty="0">
                <a:solidFill>
                  <a:schemeClr val="accent1"/>
                </a:solidFill>
                <a:latin typeface="+mn-lt"/>
                <a:ea typeface="+mn-ea"/>
                <a:cs typeface="Segoe UI Semilight" panose="020B0402040204020203" pitchFamily="34" charset="0"/>
              </a:defRPr>
            </a:lvl1pPr>
          </a:lstStyle>
          <a:p>
            <a:endParaRPr lang="en-US"/>
          </a:p>
        </p:txBody>
      </p:sp>
      <p:sp>
        <p:nvSpPr>
          <p:cNvPr id="6" name="Slide Number Placeholder 5">
            <a:extLst>
              <a:ext uri="{FF2B5EF4-FFF2-40B4-BE49-F238E27FC236}">
                <a16:creationId xmlns:a16="http://schemas.microsoft.com/office/drawing/2014/main" id="{92D80D8B-7909-4114-8EBA-C3086DC62B08}"/>
              </a:ext>
            </a:extLst>
          </p:cNvPr>
          <p:cNvSpPr>
            <a:spLocks noGrp="1"/>
          </p:cNvSpPr>
          <p:nvPr>
            <p:ph type="sldNum" sz="quarter" idx="4"/>
          </p:nvPr>
        </p:nvSpPr>
        <p:spPr>
          <a:xfrm>
            <a:off x="9906000" y="6356350"/>
            <a:ext cx="1447800" cy="365125"/>
          </a:xfrm>
          <a:prstGeom prst="rect">
            <a:avLst/>
          </a:prstGeom>
        </p:spPr>
        <p:txBody>
          <a:bodyPr vert="horz" lIns="91440" tIns="45720" rIns="91440" bIns="45720" rtlCol="0" anchor="ctr"/>
          <a:lstStyle>
            <a:lvl1pPr algn="r">
              <a:defRPr lang="en-US" sz="900" kern="1200" cap="all" spc="200" smtClean="0">
                <a:solidFill>
                  <a:schemeClr val="accent1"/>
                </a:solidFill>
                <a:latin typeface="+mn-lt"/>
                <a:ea typeface="+mn-ea"/>
                <a:cs typeface="Segoe UI Semilight" panose="020B0402040204020203" pitchFamily="34" charset="0"/>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101715207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5"/>
        </a:buClr>
        <a:buFont typeface="Avenir Next LT Pro" panose="020B05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forum.arduino.cc/t/ds18b20-temperature-sensor-using-onewire-library/699347" TargetMode="External"/><Relationship Id="rId2" Type="http://schemas.openxmlformats.org/officeDocument/2006/relationships/hyperlink" Target="https://github.com/adafruit/DHT-sensor-library" TargetMode="External"/><Relationship Id="rId1" Type="http://schemas.openxmlformats.org/officeDocument/2006/relationships/slideLayout" Target="../slideLayouts/slideLayout2.xml"/><Relationship Id="rId5" Type="http://schemas.openxmlformats.org/officeDocument/2006/relationships/hyperlink" Target="https://drive.google.com/drive/folders/1MczTQXnDEOlx_1Pg-6lgyNDZlRziXdFX?usp=drive_link" TargetMode="External"/><Relationship Id="rId4" Type="http://schemas.openxmlformats.org/officeDocument/2006/relationships/hyperlink" Target="https://github.com/suoapvs/RelayModule"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FEA65-CA20-4EAA-FC7D-C4B0DEC1881C}"/>
              </a:ext>
            </a:extLst>
          </p:cNvPr>
          <p:cNvSpPr>
            <a:spLocks noGrp="1"/>
          </p:cNvSpPr>
          <p:nvPr>
            <p:ph type="ctrTitle"/>
          </p:nvPr>
        </p:nvSpPr>
        <p:spPr>
          <a:xfrm>
            <a:off x="1524000" y="-781845"/>
            <a:ext cx="9144000" cy="2387600"/>
          </a:xfrm>
        </p:spPr>
        <p:txBody>
          <a:bodyPr>
            <a:normAutofit/>
          </a:bodyPr>
          <a:lstStyle/>
          <a:p>
            <a:r>
              <a:rPr lang="en-US" sz="4000" dirty="0"/>
              <a:t>Food Perish Prevention System</a:t>
            </a:r>
            <a:endParaRPr lang="en-IN" sz="4000" dirty="0"/>
          </a:p>
        </p:txBody>
      </p:sp>
      <p:sp>
        <p:nvSpPr>
          <p:cNvPr id="3" name="Subtitle 2">
            <a:extLst>
              <a:ext uri="{FF2B5EF4-FFF2-40B4-BE49-F238E27FC236}">
                <a16:creationId xmlns:a16="http://schemas.microsoft.com/office/drawing/2014/main" id="{58D889FD-509A-7D6D-C07A-888A9138930D}"/>
              </a:ext>
            </a:extLst>
          </p:cNvPr>
          <p:cNvSpPr>
            <a:spLocks noGrp="1"/>
          </p:cNvSpPr>
          <p:nvPr>
            <p:ph type="subTitle" idx="1"/>
          </p:nvPr>
        </p:nvSpPr>
        <p:spPr>
          <a:xfrm>
            <a:off x="1951703" y="1750095"/>
            <a:ext cx="8288594" cy="616001"/>
          </a:xfrm>
        </p:spPr>
        <p:txBody>
          <a:bodyPr/>
          <a:lstStyle/>
          <a:p>
            <a:r>
              <a:rPr lang="en-US" dirty="0"/>
              <a:t>Using IoT and Sensor-based Automation</a:t>
            </a:r>
            <a:endParaRPr lang="en-IN" dirty="0"/>
          </a:p>
        </p:txBody>
      </p:sp>
      <p:sp>
        <p:nvSpPr>
          <p:cNvPr id="4" name="TextBox 3">
            <a:extLst>
              <a:ext uri="{FF2B5EF4-FFF2-40B4-BE49-F238E27FC236}">
                <a16:creationId xmlns:a16="http://schemas.microsoft.com/office/drawing/2014/main" id="{C8BA5FBB-9A83-1DF2-3926-5C9803227403}"/>
              </a:ext>
            </a:extLst>
          </p:cNvPr>
          <p:cNvSpPr txBox="1"/>
          <p:nvPr/>
        </p:nvSpPr>
        <p:spPr>
          <a:xfrm>
            <a:off x="1524000" y="3850834"/>
            <a:ext cx="4355691" cy="1323439"/>
          </a:xfrm>
          <a:prstGeom prst="rect">
            <a:avLst/>
          </a:prstGeom>
          <a:noFill/>
        </p:spPr>
        <p:txBody>
          <a:bodyPr wrap="square" rtlCol="0">
            <a:spAutoFit/>
          </a:bodyPr>
          <a:lstStyle/>
          <a:p>
            <a:r>
              <a:rPr lang="en-IN" sz="2000" dirty="0">
                <a:solidFill>
                  <a:schemeClr val="tx2"/>
                </a:solidFill>
              </a:rPr>
              <a:t>Jones A                   720421104024</a:t>
            </a:r>
          </a:p>
          <a:p>
            <a:r>
              <a:rPr lang="en-IN" sz="2000" dirty="0">
                <a:solidFill>
                  <a:schemeClr val="tx2"/>
                </a:solidFill>
              </a:rPr>
              <a:t>Biju K                       720421104009</a:t>
            </a:r>
          </a:p>
          <a:p>
            <a:r>
              <a:rPr lang="en-IN" sz="2000" dirty="0">
                <a:solidFill>
                  <a:schemeClr val="tx2"/>
                </a:solidFill>
              </a:rPr>
              <a:t>Muthu Kumar A     720421104036</a:t>
            </a:r>
          </a:p>
          <a:p>
            <a:r>
              <a:rPr lang="en-IN" sz="2000" dirty="0">
                <a:solidFill>
                  <a:schemeClr val="tx2"/>
                </a:solidFill>
              </a:rPr>
              <a:t>Jayasurya M           720421104020</a:t>
            </a:r>
          </a:p>
        </p:txBody>
      </p:sp>
      <p:sp>
        <p:nvSpPr>
          <p:cNvPr id="5" name="TextBox 4">
            <a:extLst>
              <a:ext uri="{FF2B5EF4-FFF2-40B4-BE49-F238E27FC236}">
                <a16:creationId xmlns:a16="http://schemas.microsoft.com/office/drawing/2014/main" id="{7B3BD135-5FE9-83D6-E770-958D423BC676}"/>
              </a:ext>
            </a:extLst>
          </p:cNvPr>
          <p:cNvSpPr txBox="1"/>
          <p:nvPr/>
        </p:nvSpPr>
        <p:spPr>
          <a:xfrm>
            <a:off x="8367250" y="4250943"/>
            <a:ext cx="2772697" cy="923330"/>
          </a:xfrm>
          <a:prstGeom prst="rect">
            <a:avLst/>
          </a:prstGeom>
          <a:noFill/>
        </p:spPr>
        <p:txBody>
          <a:bodyPr wrap="square" rtlCol="0">
            <a:spAutoFit/>
          </a:bodyPr>
          <a:lstStyle/>
          <a:p>
            <a:r>
              <a:rPr lang="en-IN" b="1" dirty="0">
                <a:solidFill>
                  <a:schemeClr val="tx2"/>
                </a:solidFill>
              </a:rPr>
              <a:t>Guide:</a:t>
            </a:r>
            <a:br>
              <a:rPr lang="en-IN" dirty="0">
                <a:solidFill>
                  <a:schemeClr val="tx2"/>
                </a:solidFill>
              </a:rPr>
            </a:br>
            <a:r>
              <a:rPr lang="en-IN" dirty="0">
                <a:solidFill>
                  <a:schemeClr val="tx2"/>
                </a:solidFill>
              </a:rPr>
              <a:t>Dr. N Sudha</a:t>
            </a:r>
            <a:br>
              <a:rPr lang="en-IN" dirty="0">
                <a:solidFill>
                  <a:schemeClr val="tx2"/>
                </a:solidFill>
              </a:rPr>
            </a:br>
            <a:r>
              <a:rPr lang="en-IN" dirty="0">
                <a:solidFill>
                  <a:schemeClr val="tx2"/>
                </a:solidFill>
              </a:rPr>
              <a:t>Robert Benny (Asst)</a:t>
            </a:r>
          </a:p>
        </p:txBody>
      </p:sp>
    </p:spTree>
    <p:extLst>
      <p:ext uri="{BB962C8B-B14F-4D97-AF65-F5344CB8AC3E}">
        <p14:creationId xmlns:p14="http://schemas.microsoft.com/office/powerpoint/2010/main" val="6924823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7C3BC-D383-F108-05CB-98329E165FBB}"/>
              </a:ext>
            </a:extLst>
          </p:cNvPr>
          <p:cNvSpPr>
            <a:spLocks noGrp="1"/>
          </p:cNvSpPr>
          <p:nvPr>
            <p:ph type="title"/>
          </p:nvPr>
        </p:nvSpPr>
        <p:spPr/>
        <p:txBody>
          <a:bodyPr/>
          <a:lstStyle/>
          <a:p>
            <a:r>
              <a:rPr lang="en-IN" dirty="0"/>
              <a:t>Abstract</a:t>
            </a:r>
          </a:p>
        </p:txBody>
      </p:sp>
      <p:sp>
        <p:nvSpPr>
          <p:cNvPr id="3" name="Content Placeholder 2">
            <a:extLst>
              <a:ext uri="{FF2B5EF4-FFF2-40B4-BE49-F238E27FC236}">
                <a16:creationId xmlns:a16="http://schemas.microsoft.com/office/drawing/2014/main" id="{B32AD108-89BF-1C34-04BA-66D34E4494A7}"/>
              </a:ext>
            </a:extLst>
          </p:cNvPr>
          <p:cNvSpPr>
            <a:spLocks noGrp="1"/>
          </p:cNvSpPr>
          <p:nvPr>
            <p:ph idx="1"/>
          </p:nvPr>
        </p:nvSpPr>
        <p:spPr/>
        <p:txBody>
          <a:bodyPr>
            <a:normAutofit/>
          </a:bodyPr>
          <a:lstStyle/>
          <a:p>
            <a:pPr marL="0" indent="0">
              <a:buNone/>
            </a:pPr>
            <a:r>
              <a:rPr lang="en-US" sz="2400" b="1" dirty="0"/>
              <a:t>Purpose :</a:t>
            </a:r>
          </a:p>
          <a:p>
            <a:pPr lvl="1"/>
            <a:r>
              <a:rPr lang="en-US" sz="2000" dirty="0"/>
              <a:t>The main purpose of this project is to monitor and control the temperature and humidity of perishable goods such as meat, fruits, vegetables, bakery items, and cooked foods during transportation and storage.</a:t>
            </a:r>
          </a:p>
          <a:p>
            <a:pPr marL="0" indent="0">
              <a:buNone/>
            </a:pPr>
            <a:r>
              <a:rPr lang="en-US" sz="2400" b="1" dirty="0"/>
              <a:t>Objective:</a:t>
            </a:r>
          </a:p>
          <a:p>
            <a:pPr lvl="1"/>
            <a:r>
              <a:rPr lang="en-US" sz="2000" dirty="0"/>
              <a:t>To ensure the quality of food is maintained, minimize spoilage, and reduce manual intervention using IoT-based temperature and humidity monitoring.</a:t>
            </a:r>
          </a:p>
          <a:p>
            <a:pPr marL="0" indent="0">
              <a:buNone/>
            </a:pPr>
            <a:r>
              <a:rPr lang="en-US" sz="2400" b="1" dirty="0"/>
              <a:t>Outcome:</a:t>
            </a:r>
          </a:p>
          <a:p>
            <a:pPr lvl="1"/>
            <a:r>
              <a:rPr lang="en-US" sz="2000" dirty="0"/>
              <a:t>A system that automatically adjusts the temperature and humidity based on the food type and sends alerts to the driver when it crosses the threshold.</a:t>
            </a:r>
            <a:endParaRPr lang="en-IN" sz="2000" dirty="0"/>
          </a:p>
        </p:txBody>
      </p:sp>
    </p:spTree>
    <p:extLst>
      <p:ext uri="{BB962C8B-B14F-4D97-AF65-F5344CB8AC3E}">
        <p14:creationId xmlns:p14="http://schemas.microsoft.com/office/powerpoint/2010/main" val="3823765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CB69A-3DE1-0D2C-C821-BDBD74C37A1A}"/>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240B8054-BB20-B72D-106C-8BF3C0CBDDA7}"/>
              </a:ext>
            </a:extLst>
          </p:cNvPr>
          <p:cNvSpPr>
            <a:spLocks noGrp="1"/>
          </p:cNvSpPr>
          <p:nvPr>
            <p:ph idx="1"/>
          </p:nvPr>
        </p:nvSpPr>
        <p:spPr/>
        <p:txBody>
          <a:bodyPr>
            <a:normAutofit/>
          </a:bodyPr>
          <a:lstStyle/>
          <a:p>
            <a:pPr marL="0" indent="0">
              <a:buNone/>
            </a:pPr>
            <a:r>
              <a:rPr lang="en-US" sz="2400" b="1" dirty="0"/>
              <a:t>Problem:</a:t>
            </a:r>
          </a:p>
          <a:p>
            <a:pPr lvl="1"/>
            <a:r>
              <a:rPr lang="en-US" sz="2000" dirty="0"/>
              <a:t>Perishable food items such as </a:t>
            </a:r>
            <a:r>
              <a:rPr lang="en-US" sz="2000" b="1" dirty="0"/>
              <a:t>meat, vegetables, cooked food, and bakery items </a:t>
            </a:r>
            <a:r>
              <a:rPr lang="en-US" sz="2000" dirty="0"/>
              <a:t>require specific temperature and humidity during transportation.</a:t>
            </a:r>
          </a:p>
          <a:p>
            <a:pPr lvl="1"/>
            <a:r>
              <a:rPr lang="en-US" sz="2000" dirty="0"/>
              <a:t>Without proper monitoring and control, food spoilage increases, resulting in heavy losses to the food processing industry.</a:t>
            </a:r>
          </a:p>
          <a:p>
            <a:pPr marL="0" indent="0">
              <a:buNone/>
            </a:pPr>
            <a:r>
              <a:rPr lang="en-US" sz="2400" b="1" dirty="0"/>
              <a:t>Challenge:</a:t>
            </a:r>
          </a:p>
          <a:p>
            <a:pPr lvl="1"/>
            <a:r>
              <a:rPr lang="en-US" sz="2000" dirty="0"/>
              <a:t>To develop an automated system that can </a:t>
            </a:r>
            <a:r>
              <a:rPr lang="en-US" sz="2000" b="1" dirty="0"/>
              <a:t>monitor and control temperature </a:t>
            </a:r>
            <a:r>
              <a:rPr lang="en-US" sz="2000" dirty="0"/>
              <a:t>and humidity based on food type.</a:t>
            </a:r>
          </a:p>
          <a:p>
            <a:pPr lvl="1"/>
            <a:r>
              <a:rPr lang="en-US" sz="2000" dirty="0"/>
              <a:t>Minimize spoilage and ensure product quality.</a:t>
            </a:r>
            <a:endParaRPr lang="en-IN" sz="2000" dirty="0"/>
          </a:p>
        </p:txBody>
      </p:sp>
    </p:spTree>
    <p:extLst>
      <p:ext uri="{BB962C8B-B14F-4D97-AF65-F5344CB8AC3E}">
        <p14:creationId xmlns:p14="http://schemas.microsoft.com/office/powerpoint/2010/main" val="795254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2C5EA-EAD6-393A-A6EC-35639AF18464}"/>
              </a:ext>
            </a:extLst>
          </p:cNvPr>
          <p:cNvSpPr>
            <a:spLocks noGrp="1"/>
          </p:cNvSpPr>
          <p:nvPr>
            <p:ph type="title"/>
          </p:nvPr>
        </p:nvSpPr>
        <p:spPr/>
        <p:txBody>
          <a:bodyPr/>
          <a:lstStyle/>
          <a:p>
            <a:r>
              <a:rPr lang="en-IN" dirty="0"/>
              <a:t>Proposed Solution</a:t>
            </a:r>
          </a:p>
        </p:txBody>
      </p:sp>
      <p:sp>
        <p:nvSpPr>
          <p:cNvPr id="3" name="Content Placeholder 2">
            <a:extLst>
              <a:ext uri="{FF2B5EF4-FFF2-40B4-BE49-F238E27FC236}">
                <a16:creationId xmlns:a16="http://schemas.microsoft.com/office/drawing/2014/main" id="{8F9815D1-089F-7C04-F1C0-44FA79F11E65}"/>
              </a:ext>
            </a:extLst>
          </p:cNvPr>
          <p:cNvSpPr>
            <a:spLocks noGrp="1"/>
          </p:cNvSpPr>
          <p:nvPr>
            <p:ph idx="1"/>
          </p:nvPr>
        </p:nvSpPr>
        <p:spPr>
          <a:xfrm>
            <a:off x="956187" y="1807239"/>
            <a:ext cx="10515600" cy="4351338"/>
          </a:xfrm>
        </p:spPr>
        <p:txBody>
          <a:bodyPr/>
          <a:lstStyle/>
          <a:p>
            <a:pPr marL="0" indent="0">
              <a:buNone/>
            </a:pPr>
            <a:r>
              <a:rPr lang="en-US" b="1" dirty="0"/>
              <a:t>Our Solution:</a:t>
            </a:r>
            <a:r>
              <a:rPr lang="en-US" dirty="0"/>
              <a:t> </a:t>
            </a:r>
          </a:p>
          <a:p>
            <a:pPr marL="742950" lvl="1" indent="-285750">
              <a:buFont typeface="Arial" panose="020B0604020202020204" pitchFamily="34" charset="0"/>
              <a:buChar char="•"/>
            </a:pPr>
            <a:r>
              <a:rPr lang="en-US" sz="2000" dirty="0"/>
              <a:t>Use of sensors to measure </a:t>
            </a:r>
            <a:r>
              <a:rPr lang="en-US" sz="2000" b="1" dirty="0"/>
              <a:t>inner, outer, and food temperature</a:t>
            </a:r>
            <a:r>
              <a:rPr lang="en-US" sz="2000" dirty="0"/>
              <a:t>.</a:t>
            </a:r>
          </a:p>
          <a:p>
            <a:pPr marL="742950" lvl="1" indent="-285750">
              <a:buFont typeface="Arial" panose="020B0604020202020204" pitchFamily="34" charset="0"/>
              <a:buChar char="•"/>
            </a:pPr>
            <a:r>
              <a:rPr lang="en-US" sz="2000" dirty="0"/>
              <a:t>Humidity sensors to monitor humidity level inside the container.</a:t>
            </a:r>
          </a:p>
          <a:p>
            <a:pPr marL="742950" lvl="1" indent="-285750">
              <a:buFont typeface="Arial" panose="020B0604020202020204" pitchFamily="34" charset="0"/>
              <a:buChar char="•"/>
            </a:pPr>
            <a:r>
              <a:rPr lang="en-US" sz="2000" dirty="0"/>
              <a:t>Automatically control cooling (compressor) and heating (heater) based on food type.</a:t>
            </a:r>
          </a:p>
          <a:p>
            <a:pPr marL="742950" lvl="1" indent="-285750">
              <a:buFont typeface="Arial" panose="020B0604020202020204" pitchFamily="34" charset="0"/>
              <a:buChar char="•"/>
            </a:pPr>
            <a:r>
              <a:rPr lang="en-US" sz="2000" dirty="0"/>
              <a:t>Send alerts to the driver if conditions exceed the threshold.</a:t>
            </a:r>
          </a:p>
          <a:p>
            <a:pPr marL="742950" lvl="1" indent="-285750">
              <a:buFont typeface="Arial" panose="020B0604020202020204" pitchFamily="34" charset="0"/>
              <a:buChar char="•"/>
            </a:pPr>
            <a:r>
              <a:rPr lang="en-US" sz="2000" dirty="0"/>
              <a:t>Store temperature &amp; humidity data in the cloud for future analysis.</a:t>
            </a:r>
          </a:p>
          <a:p>
            <a:endParaRPr lang="en-IN" dirty="0"/>
          </a:p>
        </p:txBody>
      </p:sp>
    </p:spTree>
    <p:extLst>
      <p:ext uri="{BB962C8B-B14F-4D97-AF65-F5344CB8AC3E}">
        <p14:creationId xmlns:p14="http://schemas.microsoft.com/office/powerpoint/2010/main" val="2307094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47A131F-D5DE-41A5-B4CF-4F345319B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5" name="Freeform: Shape 14">
            <a:extLst>
              <a:ext uri="{FF2B5EF4-FFF2-40B4-BE49-F238E27FC236}">
                <a16:creationId xmlns:a16="http://schemas.microsoft.com/office/drawing/2014/main" id="{3AF4666D-BD98-40A5-A75F-478B98201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17" name="Freeform: Shape 16">
            <a:extLst>
              <a:ext uri="{FF2B5EF4-FFF2-40B4-BE49-F238E27FC236}">
                <a16:creationId xmlns:a16="http://schemas.microsoft.com/office/drawing/2014/main" id="{68680585-71F9-4721-A998-4974171D2E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19" name="Freeform: Shape 18">
            <a:extLst>
              <a:ext uri="{FF2B5EF4-FFF2-40B4-BE49-F238E27FC236}">
                <a16:creationId xmlns:a16="http://schemas.microsoft.com/office/drawing/2014/main" id="{12BC95C2-2EEC-4F59-ABA8-660B0D059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1" name="Graphic 141">
            <a:extLst>
              <a:ext uri="{FF2B5EF4-FFF2-40B4-BE49-F238E27FC236}">
                <a16:creationId xmlns:a16="http://schemas.microsoft.com/office/drawing/2014/main" id="{03E9870D-4BBA-43AF-8D44-BBADF020CF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22" name="Freeform: Shape 21">
              <a:extLst>
                <a:ext uri="{FF2B5EF4-FFF2-40B4-BE49-F238E27FC236}">
                  <a16:creationId xmlns:a16="http://schemas.microsoft.com/office/drawing/2014/main" id="{34BC5055-C77D-43CD-BB1D-A77B6779C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DB12D0B8-9385-489A-85AE-3D14AD0BA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D158A14A-147E-4130-A5E2-38FD84B18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75B8B1EB-5E2B-472C-AE60-2EC5961F16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B4F5BD77-58D7-4B61-A666-1B4139A63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27" name="Freeform: Shape 26">
              <a:extLst>
                <a:ext uri="{FF2B5EF4-FFF2-40B4-BE49-F238E27FC236}">
                  <a16:creationId xmlns:a16="http://schemas.microsoft.com/office/drawing/2014/main" id="{F5CBEC6B-EDB6-40B8-8771-E5AF41B8D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28" name="Freeform: Shape 27">
              <a:extLst>
                <a:ext uri="{FF2B5EF4-FFF2-40B4-BE49-F238E27FC236}">
                  <a16:creationId xmlns:a16="http://schemas.microsoft.com/office/drawing/2014/main" id="{91BD0EE8-AA47-4044-9251-9F5A4B820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30" name="Graphic 157">
            <a:extLst>
              <a:ext uri="{FF2B5EF4-FFF2-40B4-BE49-F238E27FC236}">
                <a16:creationId xmlns:a16="http://schemas.microsoft.com/office/drawing/2014/main" id="{C3279E8D-2BAA-4CB1-834B-09FADD54DE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31" name="Freeform: Shape 30">
              <a:extLst>
                <a:ext uri="{FF2B5EF4-FFF2-40B4-BE49-F238E27FC236}">
                  <a16:creationId xmlns:a16="http://schemas.microsoft.com/office/drawing/2014/main" id="{3456F18E-4F61-486D-9CD6-65B30372C5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318DDF45-08F0-46B6-A0B7-133735C94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B9D0CC0F-710D-43F4-BC86-7637674201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6FB36AB6-CB81-495A-8A33-C0BCE67D6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35" name="Freeform: Shape 34">
              <a:extLst>
                <a:ext uri="{FF2B5EF4-FFF2-40B4-BE49-F238E27FC236}">
                  <a16:creationId xmlns:a16="http://schemas.microsoft.com/office/drawing/2014/main" id="{1993F7E6-ABF6-482D-BEA5-B4E607DDB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36" name="Freeform: Shape 35">
              <a:extLst>
                <a:ext uri="{FF2B5EF4-FFF2-40B4-BE49-F238E27FC236}">
                  <a16:creationId xmlns:a16="http://schemas.microsoft.com/office/drawing/2014/main" id="{DCA0B097-C21A-40B4-95E4-2FFA9697F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7" name="Freeform: Shape 36">
              <a:extLst>
                <a:ext uri="{FF2B5EF4-FFF2-40B4-BE49-F238E27FC236}">
                  <a16:creationId xmlns:a16="http://schemas.microsoft.com/office/drawing/2014/main" id="{AB2AF0F5-7EAA-4BAB-8DE2-D84E12417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39" name="Rectangle 38">
            <a:extLst>
              <a:ext uri="{FF2B5EF4-FFF2-40B4-BE49-F238E27FC236}">
                <a16:creationId xmlns:a16="http://schemas.microsoft.com/office/drawing/2014/main" id="{F1174801-1395-44C5-9B00-CCAC45C05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996DFAFB-BCE1-4BEC-82FB-D574234DE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43" name="Top left">
            <a:extLst>
              <a:ext uri="{FF2B5EF4-FFF2-40B4-BE49-F238E27FC236}">
                <a16:creationId xmlns:a16="http://schemas.microsoft.com/office/drawing/2014/main" id="{4210BA9D-B4AC-4A1D-B63B-44F10A9A7D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44" name="Freeform: Shape 43">
              <a:extLst>
                <a:ext uri="{FF2B5EF4-FFF2-40B4-BE49-F238E27FC236}">
                  <a16:creationId xmlns:a16="http://schemas.microsoft.com/office/drawing/2014/main" id="{2AB57F67-BA3E-4168-B776-298ABEE401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5" name="Freeform: Shape 44">
              <a:extLst>
                <a:ext uri="{FF2B5EF4-FFF2-40B4-BE49-F238E27FC236}">
                  <a16:creationId xmlns:a16="http://schemas.microsoft.com/office/drawing/2014/main" id="{1A37E474-2AB5-44C2-89C5-00B18BBF0F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46" name="Freeform: Shape 45">
              <a:extLst>
                <a:ext uri="{FF2B5EF4-FFF2-40B4-BE49-F238E27FC236}">
                  <a16:creationId xmlns:a16="http://schemas.microsoft.com/office/drawing/2014/main" id="{3C7682BD-43A7-412C-9D1C-C253EDF7F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47" name="Freeform: Shape 46">
              <a:extLst>
                <a:ext uri="{FF2B5EF4-FFF2-40B4-BE49-F238E27FC236}">
                  <a16:creationId xmlns:a16="http://schemas.microsoft.com/office/drawing/2014/main" id="{CE322CA5-5700-49C5-B2F4-5451AEC68B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48" name="Freeform: Shape 47">
              <a:extLst>
                <a:ext uri="{FF2B5EF4-FFF2-40B4-BE49-F238E27FC236}">
                  <a16:creationId xmlns:a16="http://schemas.microsoft.com/office/drawing/2014/main" id="{7FF4B5E5-C2CB-47A0-BDC9-D9560C77B3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49" name="Freeform: Shape 48">
              <a:extLst>
                <a:ext uri="{FF2B5EF4-FFF2-40B4-BE49-F238E27FC236}">
                  <a16:creationId xmlns:a16="http://schemas.microsoft.com/office/drawing/2014/main" id="{DC206FD4-2993-45C6-A6D2-945277425E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50" name="Freeform: Shape 49">
              <a:extLst>
                <a:ext uri="{FF2B5EF4-FFF2-40B4-BE49-F238E27FC236}">
                  <a16:creationId xmlns:a16="http://schemas.microsoft.com/office/drawing/2014/main" id="{0AC4F993-F14F-4F25-A6AB-1AD9E2A820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51" name="Freeform: Shape 50">
              <a:extLst>
                <a:ext uri="{FF2B5EF4-FFF2-40B4-BE49-F238E27FC236}">
                  <a16:creationId xmlns:a16="http://schemas.microsoft.com/office/drawing/2014/main" id="{1CD13FF4-3251-4983-B074-BD35A9902B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grpSp>
        <p:nvGrpSpPr>
          <p:cNvPr id="53" name="Cross">
            <a:extLst>
              <a:ext uri="{FF2B5EF4-FFF2-40B4-BE49-F238E27FC236}">
                <a16:creationId xmlns:a16="http://schemas.microsoft.com/office/drawing/2014/main" id="{80F56037-8334-4400-9C7A-A3BEFA96A8A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45264" y="149792"/>
            <a:ext cx="118872" cy="118872"/>
            <a:chOff x="1175347" y="3733800"/>
            <a:chExt cx="118872" cy="118872"/>
          </a:xfrm>
        </p:grpSpPr>
        <p:cxnSp>
          <p:nvCxnSpPr>
            <p:cNvPr id="54" name="Straight Connector 53">
              <a:extLst>
                <a:ext uri="{FF2B5EF4-FFF2-40B4-BE49-F238E27FC236}">
                  <a16:creationId xmlns:a16="http://schemas.microsoft.com/office/drawing/2014/main" id="{060AD0EB-D554-49C4-9728-C64D6D6867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55" name="Straight Connector 54">
              <a:extLst>
                <a:ext uri="{FF2B5EF4-FFF2-40B4-BE49-F238E27FC236}">
                  <a16:creationId xmlns:a16="http://schemas.microsoft.com/office/drawing/2014/main" id="{C9432895-644F-4E09-97C7-F8DB36AAE1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pic>
        <p:nvPicPr>
          <p:cNvPr id="8" name="object 2">
            <a:extLst>
              <a:ext uri="{FF2B5EF4-FFF2-40B4-BE49-F238E27FC236}">
                <a16:creationId xmlns:a16="http://schemas.microsoft.com/office/drawing/2014/main" id="{FC5059FB-8CF5-FF63-FFA4-447D7A346391}"/>
              </a:ext>
            </a:extLst>
          </p:cNvPr>
          <p:cNvPicPr/>
          <p:nvPr/>
        </p:nvPicPr>
        <p:blipFill>
          <a:blip r:embed="rId2" cstate="print"/>
          <a:stretch>
            <a:fillRect/>
          </a:stretch>
        </p:blipFill>
        <p:spPr>
          <a:xfrm>
            <a:off x="3800643" y="144844"/>
            <a:ext cx="5395050" cy="6367037"/>
          </a:xfrm>
          <a:prstGeom prst="rect">
            <a:avLst/>
          </a:prstGeom>
        </p:spPr>
      </p:pic>
      <p:grpSp>
        <p:nvGrpSpPr>
          <p:cNvPr id="57" name="Bottom Right">
            <a:extLst>
              <a:ext uri="{FF2B5EF4-FFF2-40B4-BE49-F238E27FC236}">
                <a16:creationId xmlns:a16="http://schemas.microsoft.com/office/drawing/2014/main" id="{6B310A71-665E-47AB-9D80-2D90F7D921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58" name="Freeform: Shape 57">
              <a:extLst>
                <a:ext uri="{FF2B5EF4-FFF2-40B4-BE49-F238E27FC236}">
                  <a16:creationId xmlns:a16="http://schemas.microsoft.com/office/drawing/2014/main" id="{6AD1AF10-782F-4908-A718-EA87EC7170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59" name="Graphic 157">
              <a:extLst>
                <a:ext uri="{FF2B5EF4-FFF2-40B4-BE49-F238E27FC236}">
                  <a16:creationId xmlns:a16="http://schemas.microsoft.com/office/drawing/2014/main" id="{A935357A-B553-44CD-9376-FE1E6057500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61" name="Freeform: Shape 60">
                <a:extLst>
                  <a:ext uri="{FF2B5EF4-FFF2-40B4-BE49-F238E27FC236}">
                    <a16:creationId xmlns:a16="http://schemas.microsoft.com/office/drawing/2014/main" id="{71A180B9-74EE-45CB-8BC1-41E1C07585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62" name="Freeform: Shape 61">
                <a:extLst>
                  <a:ext uri="{FF2B5EF4-FFF2-40B4-BE49-F238E27FC236}">
                    <a16:creationId xmlns:a16="http://schemas.microsoft.com/office/drawing/2014/main" id="{D0ED6DBC-425A-4959-8ACF-4263EEF246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3" name="Freeform: Shape 62">
                <a:extLst>
                  <a:ext uri="{FF2B5EF4-FFF2-40B4-BE49-F238E27FC236}">
                    <a16:creationId xmlns:a16="http://schemas.microsoft.com/office/drawing/2014/main" id="{1B431B70-9FAD-408D-890D-646D484045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64" name="Freeform: Shape 63">
                <a:extLst>
                  <a:ext uri="{FF2B5EF4-FFF2-40B4-BE49-F238E27FC236}">
                    <a16:creationId xmlns:a16="http://schemas.microsoft.com/office/drawing/2014/main" id="{8E532E75-ACFE-4179-B41D-039B3B768C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5" name="Freeform: Shape 64">
                <a:extLst>
                  <a:ext uri="{FF2B5EF4-FFF2-40B4-BE49-F238E27FC236}">
                    <a16:creationId xmlns:a16="http://schemas.microsoft.com/office/drawing/2014/main" id="{1C81F463-8260-4AAF-9233-3FE29293CD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6" name="Freeform: Shape 65">
                <a:extLst>
                  <a:ext uri="{FF2B5EF4-FFF2-40B4-BE49-F238E27FC236}">
                    <a16:creationId xmlns:a16="http://schemas.microsoft.com/office/drawing/2014/main" id="{5D51C233-AAFA-43B0-85ED-E42E8DE5E5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7" name="Freeform: Shape 66">
                <a:extLst>
                  <a:ext uri="{FF2B5EF4-FFF2-40B4-BE49-F238E27FC236}">
                    <a16:creationId xmlns:a16="http://schemas.microsoft.com/office/drawing/2014/main" id="{0D7BBAB6-5F70-4658-9F1E-4F56C83F0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60" name="Freeform: Shape 59">
              <a:extLst>
                <a:ext uri="{FF2B5EF4-FFF2-40B4-BE49-F238E27FC236}">
                  <a16:creationId xmlns:a16="http://schemas.microsoft.com/office/drawing/2014/main" id="{2FADCFE9-3879-4BEB-8C66-8CDE96527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0" name="Title 9">
            <a:extLst>
              <a:ext uri="{FF2B5EF4-FFF2-40B4-BE49-F238E27FC236}">
                <a16:creationId xmlns:a16="http://schemas.microsoft.com/office/drawing/2014/main" id="{BC7D278E-3DB4-C410-74A3-691526FEABA5}"/>
              </a:ext>
            </a:extLst>
          </p:cNvPr>
          <p:cNvSpPr>
            <a:spLocks noGrp="1"/>
          </p:cNvSpPr>
          <p:nvPr>
            <p:ph type="title"/>
          </p:nvPr>
        </p:nvSpPr>
        <p:spPr>
          <a:xfrm rot="16200000">
            <a:off x="-1109909" y="2622903"/>
            <a:ext cx="5483809" cy="1325563"/>
          </a:xfrm>
        </p:spPr>
        <p:txBody>
          <a:bodyPr>
            <a:normAutofit fontScale="90000"/>
          </a:bodyPr>
          <a:lstStyle/>
          <a:p>
            <a:r>
              <a:rPr lang="en-IN" dirty="0"/>
              <a:t>Flowchart(Workflow)</a:t>
            </a:r>
          </a:p>
        </p:txBody>
      </p:sp>
    </p:spTree>
    <p:extLst>
      <p:ext uri="{BB962C8B-B14F-4D97-AF65-F5344CB8AC3E}">
        <p14:creationId xmlns:p14="http://schemas.microsoft.com/office/powerpoint/2010/main" val="2772814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02272-8D5A-00C4-A3EA-B5DE79079821}"/>
              </a:ext>
            </a:extLst>
          </p:cNvPr>
          <p:cNvSpPr>
            <a:spLocks noGrp="1"/>
          </p:cNvSpPr>
          <p:nvPr>
            <p:ph type="title"/>
          </p:nvPr>
        </p:nvSpPr>
        <p:spPr/>
        <p:txBody>
          <a:bodyPr>
            <a:normAutofit/>
          </a:bodyPr>
          <a:lstStyle/>
          <a:p>
            <a:r>
              <a:rPr lang="en-IN" dirty="0"/>
              <a:t>Explanation</a:t>
            </a:r>
          </a:p>
        </p:txBody>
      </p:sp>
      <p:sp>
        <p:nvSpPr>
          <p:cNvPr id="3" name="Content Placeholder 2">
            <a:extLst>
              <a:ext uri="{FF2B5EF4-FFF2-40B4-BE49-F238E27FC236}">
                <a16:creationId xmlns:a16="http://schemas.microsoft.com/office/drawing/2014/main" id="{BBD5A95C-B4ED-7A4B-9550-D867BA800334}"/>
              </a:ext>
            </a:extLst>
          </p:cNvPr>
          <p:cNvSpPr>
            <a:spLocks noGrp="1"/>
          </p:cNvSpPr>
          <p:nvPr>
            <p:ph idx="1"/>
          </p:nvPr>
        </p:nvSpPr>
        <p:spPr>
          <a:xfrm>
            <a:off x="838200" y="1659256"/>
            <a:ext cx="10515600" cy="4351338"/>
          </a:xfrm>
        </p:spPr>
        <p:txBody>
          <a:bodyPr>
            <a:noAutofit/>
          </a:bodyPr>
          <a:lstStyle/>
          <a:p>
            <a:pPr>
              <a:buFont typeface="Arial" panose="020B0604020202020204" pitchFamily="34" charset="0"/>
              <a:buChar char="•"/>
            </a:pPr>
            <a:r>
              <a:rPr lang="en-US" sz="2000" b="1" dirty="0"/>
              <a:t>Start Process </a:t>
            </a:r>
            <a:r>
              <a:rPr lang="en-US" sz="2000" dirty="0"/>
              <a:t>– The system starts when the truck engine is turned on.</a:t>
            </a:r>
          </a:p>
          <a:p>
            <a:pPr>
              <a:buFont typeface="Arial" panose="020B0604020202020204" pitchFamily="34" charset="0"/>
              <a:buChar char="•"/>
            </a:pPr>
            <a:r>
              <a:rPr lang="en-US" sz="2000" b="1" dirty="0"/>
              <a:t>Read Sensor Data </a:t>
            </a:r>
            <a:r>
              <a:rPr lang="en-US" sz="2000" dirty="0"/>
              <a:t>– Sensors collect temperature and humidity readings.</a:t>
            </a:r>
          </a:p>
          <a:p>
            <a:pPr>
              <a:buFont typeface="Arial" panose="020B0604020202020204" pitchFamily="34" charset="0"/>
              <a:buChar char="•"/>
            </a:pPr>
            <a:r>
              <a:rPr lang="en-US" sz="2000" b="1" dirty="0"/>
              <a:t>Compare Sensor Data with Predefined Thresholds </a:t>
            </a:r>
            <a:r>
              <a:rPr lang="en-US" sz="2000" dirty="0"/>
              <a:t>– The system checks if the food type requires hot or cold storage.</a:t>
            </a:r>
          </a:p>
          <a:p>
            <a:pPr>
              <a:buFont typeface="Arial" panose="020B0604020202020204" pitchFamily="34" charset="0"/>
              <a:buChar char="•"/>
            </a:pPr>
            <a:r>
              <a:rPr lang="en-US" sz="2000" b="1" dirty="0"/>
              <a:t>Check if Temperature is Beyond Threshold</a:t>
            </a:r>
            <a:r>
              <a:rPr lang="en-US" sz="2000" dirty="0"/>
              <a:t> – Determines if the temperature is within the required range.</a:t>
            </a:r>
          </a:p>
          <a:p>
            <a:pPr>
              <a:buFont typeface="Arial" panose="020B0604020202020204" pitchFamily="34" charset="0"/>
              <a:buChar char="•"/>
            </a:pPr>
            <a:r>
              <a:rPr lang="en-US" sz="2000" b="1" dirty="0"/>
              <a:t>If Temperature is Too High:</a:t>
            </a:r>
          </a:p>
          <a:p>
            <a:pPr lvl="1">
              <a:buFont typeface="Arial" panose="020B0604020202020204" pitchFamily="34" charset="0"/>
              <a:buChar char="•"/>
            </a:pPr>
            <a:r>
              <a:rPr lang="en-US" sz="1600" dirty="0"/>
              <a:t>For hot food: Keep the compressor OFF.</a:t>
            </a:r>
          </a:p>
          <a:p>
            <a:pPr lvl="1">
              <a:buFont typeface="Arial" panose="020B0604020202020204" pitchFamily="34" charset="0"/>
              <a:buChar char="•"/>
            </a:pPr>
            <a:r>
              <a:rPr lang="en-US" sz="1600" dirty="0"/>
              <a:t>For cold food: Turn the compressor ON.</a:t>
            </a:r>
          </a:p>
          <a:p>
            <a:pPr>
              <a:buFont typeface="Arial" panose="020B0604020202020204" pitchFamily="34" charset="0"/>
              <a:buChar char="•"/>
            </a:pPr>
            <a:r>
              <a:rPr lang="en-US" sz="2000" b="1" dirty="0"/>
              <a:t>If Temperature is Too Low:</a:t>
            </a:r>
          </a:p>
          <a:p>
            <a:pPr lvl="1">
              <a:buFont typeface="Arial" panose="020B0604020202020204" pitchFamily="34" charset="0"/>
              <a:buChar char="•"/>
            </a:pPr>
            <a:r>
              <a:rPr lang="en-US" sz="1600" dirty="0"/>
              <a:t>For hot food: Turn the heater ON.</a:t>
            </a:r>
          </a:p>
          <a:p>
            <a:pPr lvl="1">
              <a:buFont typeface="Arial" panose="020B0604020202020204" pitchFamily="34" charset="0"/>
              <a:buChar char="•"/>
            </a:pPr>
            <a:r>
              <a:rPr lang="en-US" sz="1600" dirty="0"/>
              <a:t>For cold food: Keep the heater OFF.</a:t>
            </a:r>
          </a:p>
        </p:txBody>
      </p:sp>
    </p:spTree>
    <p:extLst>
      <p:ext uri="{BB962C8B-B14F-4D97-AF65-F5344CB8AC3E}">
        <p14:creationId xmlns:p14="http://schemas.microsoft.com/office/powerpoint/2010/main" val="4231709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E937CCA-6A53-87F5-CE17-FCC27C4450B5}"/>
              </a:ext>
            </a:extLst>
          </p:cNvPr>
          <p:cNvSpPr>
            <a:spLocks noGrp="1"/>
          </p:cNvSpPr>
          <p:nvPr>
            <p:ph idx="1"/>
          </p:nvPr>
        </p:nvSpPr>
        <p:spPr>
          <a:xfrm>
            <a:off x="838200" y="1399223"/>
            <a:ext cx="10515600" cy="4351337"/>
          </a:xfrm>
        </p:spPr>
        <p:txBody>
          <a:bodyPr>
            <a:normAutofit/>
          </a:bodyPr>
          <a:lstStyle/>
          <a:p>
            <a:pPr>
              <a:buFont typeface="Arial" panose="020B0604020202020204" pitchFamily="34" charset="0"/>
              <a:buChar char="•"/>
            </a:pPr>
            <a:r>
              <a:rPr lang="en-US" sz="2000" b="1" dirty="0"/>
              <a:t>Monitor &amp; Handle the System </a:t>
            </a:r>
            <a:r>
              <a:rPr lang="en-US" sz="2000" dirty="0"/>
              <a:t>– The system continuously monitors temperature and humidity.</a:t>
            </a:r>
          </a:p>
          <a:p>
            <a:pPr>
              <a:buFont typeface="Arial" panose="020B0604020202020204" pitchFamily="34" charset="0"/>
              <a:buChar char="•"/>
            </a:pPr>
            <a:r>
              <a:rPr lang="en-US" sz="2000" b="1" dirty="0"/>
              <a:t>Trigger an Alarm </a:t>
            </a:r>
            <a:r>
              <a:rPr lang="en-US" sz="2000" dirty="0"/>
              <a:t>– If conditions go out of range, the system activates an alert.</a:t>
            </a:r>
          </a:p>
          <a:p>
            <a:pPr>
              <a:buFont typeface="Arial" panose="020B0604020202020204" pitchFamily="34" charset="0"/>
              <a:buChar char="•"/>
            </a:pPr>
            <a:r>
              <a:rPr lang="en-US" sz="2000" b="1" dirty="0"/>
              <a:t>Send an Alert to the Driver </a:t>
            </a:r>
            <a:r>
              <a:rPr lang="en-US" sz="2000" dirty="0"/>
              <a:t>– Notifies the driver if intervention is needed.</a:t>
            </a:r>
          </a:p>
          <a:p>
            <a:pPr>
              <a:buFont typeface="Arial" panose="020B0604020202020204" pitchFamily="34" charset="0"/>
              <a:buChar char="•"/>
            </a:pPr>
            <a:r>
              <a:rPr lang="en-US" sz="2000" b="1" dirty="0"/>
              <a:t>Maintain &amp; Monitor </a:t>
            </a:r>
            <a:r>
              <a:rPr lang="en-US" sz="2000" dirty="0"/>
              <a:t>– Ensures optimal conditions for food safety.</a:t>
            </a:r>
          </a:p>
          <a:p>
            <a:pPr>
              <a:buFont typeface="Arial" panose="020B0604020202020204" pitchFamily="34" charset="0"/>
              <a:buChar char="•"/>
            </a:pPr>
            <a:r>
              <a:rPr lang="en-US" sz="2000" b="1" dirty="0"/>
              <a:t>Data Logging </a:t>
            </a:r>
            <a:r>
              <a:rPr lang="en-US" sz="2000" dirty="0"/>
              <a:t>– Records temperature and humidity for future analysis.</a:t>
            </a:r>
          </a:p>
          <a:p>
            <a:pPr>
              <a:buFont typeface="Arial" panose="020B0604020202020204" pitchFamily="34" charset="0"/>
              <a:buChar char="•"/>
            </a:pPr>
            <a:r>
              <a:rPr lang="en-US" sz="2000" b="1" dirty="0"/>
              <a:t>Analyze &amp; Improve Future Performance </a:t>
            </a:r>
            <a:r>
              <a:rPr lang="en-US" sz="2000" dirty="0"/>
              <a:t>– Uses collected data for better control in future transportation.</a:t>
            </a:r>
          </a:p>
          <a:p>
            <a:pPr>
              <a:buFont typeface="Arial" panose="020B0604020202020204" pitchFamily="34" charset="0"/>
              <a:buChar char="•"/>
            </a:pPr>
            <a:r>
              <a:rPr lang="en-US" sz="2000" b="1" dirty="0"/>
              <a:t>Continuous Monitoring </a:t>
            </a:r>
            <a:r>
              <a:rPr lang="en-US" sz="2000" dirty="0"/>
              <a:t>– Ensures product quality throughout transportation.</a:t>
            </a:r>
          </a:p>
          <a:p>
            <a:pPr>
              <a:buFont typeface="Arial" panose="020B0604020202020204" pitchFamily="34" charset="0"/>
              <a:buChar char="•"/>
            </a:pPr>
            <a:r>
              <a:rPr lang="en-US" sz="2000" b="1" dirty="0"/>
              <a:t>Shutdown</a:t>
            </a:r>
            <a:r>
              <a:rPr lang="en-US" sz="2000" dirty="0"/>
              <a:t> – The system stops operation after delivery.</a:t>
            </a:r>
            <a:endParaRPr lang="en-IN" sz="2000" dirty="0"/>
          </a:p>
        </p:txBody>
      </p:sp>
    </p:spTree>
    <p:extLst>
      <p:ext uri="{BB962C8B-B14F-4D97-AF65-F5344CB8AC3E}">
        <p14:creationId xmlns:p14="http://schemas.microsoft.com/office/powerpoint/2010/main" val="2280431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CB02B-F445-6986-B6AB-114C20FDF7BD}"/>
              </a:ext>
            </a:extLst>
          </p:cNvPr>
          <p:cNvSpPr>
            <a:spLocks noGrp="1"/>
          </p:cNvSpPr>
          <p:nvPr>
            <p:ph type="title"/>
          </p:nvPr>
        </p:nvSpPr>
        <p:spPr>
          <a:xfrm rot="16200000">
            <a:off x="-3248876" y="325153"/>
            <a:ext cx="10515600" cy="1325563"/>
          </a:xfrm>
        </p:spPr>
        <p:txBody>
          <a:bodyPr/>
          <a:lstStyle/>
          <a:p>
            <a:r>
              <a:rPr lang="en-IN" dirty="0"/>
              <a:t>Flowchart(Hardware)</a:t>
            </a:r>
          </a:p>
        </p:txBody>
      </p:sp>
      <p:grpSp>
        <p:nvGrpSpPr>
          <p:cNvPr id="6" name="object 2">
            <a:extLst>
              <a:ext uri="{FF2B5EF4-FFF2-40B4-BE49-F238E27FC236}">
                <a16:creationId xmlns:a16="http://schemas.microsoft.com/office/drawing/2014/main" id="{5AAB791D-D85F-D308-1BD4-F01FA2B7B769}"/>
              </a:ext>
            </a:extLst>
          </p:cNvPr>
          <p:cNvGrpSpPr/>
          <p:nvPr/>
        </p:nvGrpSpPr>
        <p:grpSpPr>
          <a:xfrm>
            <a:off x="4012088" y="325120"/>
            <a:ext cx="5131912" cy="6329680"/>
            <a:chOff x="2243137" y="1254442"/>
            <a:chExt cx="7246620" cy="10178415"/>
          </a:xfrm>
        </p:grpSpPr>
        <p:sp>
          <p:nvSpPr>
            <p:cNvPr id="7" name="object 3">
              <a:extLst>
                <a:ext uri="{FF2B5EF4-FFF2-40B4-BE49-F238E27FC236}">
                  <a16:creationId xmlns:a16="http://schemas.microsoft.com/office/drawing/2014/main" id="{1CEB9AF6-D1E0-5030-A1B8-9C17FF5BC654}"/>
                </a:ext>
              </a:extLst>
            </p:cNvPr>
            <p:cNvSpPr/>
            <p:nvPr/>
          </p:nvSpPr>
          <p:spPr>
            <a:xfrm>
              <a:off x="2245994" y="1257300"/>
              <a:ext cx="228600" cy="1265555"/>
            </a:xfrm>
            <a:custGeom>
              <a:avLst/>
              <a:gdLst/>
              <a:ahLst/>
              <a:cxnLst/>
              <a:rect l="l" t="t" r="r" b="b"/>
              <a:pathLst>
                <a:path w="228600" h="1265555">
                  <a:moveTo>
                    <a:pt x="228599" y="1265300"/>
                  </a:moveTo>
                  <a:lnTo>
                    <a:pt x="0" y="1265300"/>
                  </a:lnTo>
                  <a:lnTo>
                    <a:pt x="0" y="34289"/>
                  </a:lnTo>
                  <a:lnTo>
                    <a:pt x="5357" y="14466"/>
                  </a:lnTo>
                  <a:lnTo>
                    <a:pt x="17144" y="4286"/>
                  </a:lnTo>
                  <a:lnTo>
                    <a:pt x="28932" y="535"/>
                  </a:lnTo>
                  <a:lnTo>
                    <a:pt x="34289" y="0"/>
                  </a:lnTo>
                  <a:lnTo>
                    <a:pt x="228599" y="0"/>
                  </a:lnTo>
                  <a:lnTo>
                    <a:pt x="228599" y="1265300"/>
                  </a:lnTo>
                  <a:close/>
                </a:path>
              </a:pathLst>
            </a:custGeom>
            <a:solidFill>
              <a:srgbClr val="6CB0FF"/>
            </a:solidFill>
          </p:spPr>
          <p:txBody>
            <a:bodyPr wrap="square" lIns="0" tIns="0" rIns="0" bIns="0" rtlCol="0"/>
            <a:lstStyle/>
            <a:p>
              <a:endParaRPr/>
            </a:p>
          </p:txBody>
        </p:sp>
        <p:sp>
          <p:nvSpPr>
            <p:cNvPr id="8" name="object 4">
              <a:extLst>
                <a:ext uri="{FF2B5EF4-FFF2-40B4-BE49-F238E27FC236}">
                  <a16:creationId xmlns:a16="http://schemas.microsoft.com/office/drawing/2014/main" id="{DBACDF08-9CCF-C195-55A1-B3D7386DD1E0}"/>
                </a:ext>
              </a:extLst>
            </p:cNvPr>
            <p:cNvSpPr/>
            <p:nvPr/>
          </p:nvSpPr>
          <p:spPr>
            <a:xfrm>
              <a:off x="2245994" y="1257300"/>
              <a:ext cx="228600" cy="1265555"/>
            </a:xfrm>
            <a:custGeom>
              <a:avLst/>
              <a:gdLst/>
              <a:ahLst/>
              <a:cxnLst/>
              <a:rect l="l" t="t" r="r" b="b"/>
              <a:pathLst>
                <a:path w="228600" h="1265555">
                  <a:moveTo>
                    <a:pt x="0" y="1265300"/>
                  </a:moveTo>
                  <a:lnTo>
                    <a:pt x="0" y="34289"/>
                  </a:lnTo>
                  <a:lnTo>
                    <a:pt x="5357" y="14466"/>
                  </a:lnTo>
                  <a:lnTo>
                    <a:pt x="17144" y="4286"/>
                  </a:lnTo>
                  <a:lnTo>
                    <a:pt x="28932" y="535"/>
                  </a:lnTo>
                  <a:lnTo>
                    <a:pt x="34289" y="0"/>
                  </a:lnTo>
                  <a:lnTo>
                    <a:pt x="228599" y="0"/>
                  </a:lnTo>
                  <a:lnTo>
                    <a:pt x="228599" y="1265300"/>
                  </a:lnTo>
                  <a:lnTo>
                    <a:pt x="0" y="1265300"/>
                  </a:lnTo>
                  <a:close/>
                </a:path>
              </a:pathLst>
            </a:custGeom>
            <a:ln w="5714">
              <a:solidFill>
                <a:srgbClr val="394049"/>
              </a:solidFill>
            </a:ln>
          </p:spPr>
          <p:txBody>
            <a:bodyPr wrap="square" lIns="0" tIns="0" rIns="0" bIns="0" rtlCol="0"/>
            <a:lstStyle/>
            <a:p>
              <a:endParaRPr/>
            </a:p>
          </p:txBody>
        </p:sp>
        <p:sp>
          <p:nvSpPr>
            <p:cNvPr id="9" name="object 5">
              <a:extLst>
                <a:ext uri="{FF2B5EF4-FFF2-40B4-BE49-F238E27FC236}">
                  <a16:creationId xmlns:a16="http://schemas.microsoft.com/office/drawing/2014/main" id="{FD6F981E-FDCC-A1E3-A498-2D34D44598EF}"/>
                </a:ext>
              </a:extLst>
            </p:cNvPr>
            <p:cNvSpPr/>
            <p:nvPr/>
          </p:nvSpPr>
          <p:spPr>
            <a:xfrm>
              <a:off x="2245994" y="2522600"/>
              <a:ext cx="228600" cy="1249680"/>
            </a:xfrm>
            <a:custGeom>
              <a:avLst/>
              <a:gdLst/>
              <a:ahLst/>
              <a:cxnLst/>
              <a:rect l="l" t="t" r="r" b="b"/>
              <a:pathLst>
                <a:path w="228600" h="1249679">
                  <a:moveTo>
                    <a:pt x="228599" y="1249298"/>
                  </a:moveTo>
                  <a:lnTo>
                    <a:pt x="0" y="1249298"/>
                  </a:lnTo>
                  <a:lnTo>
                    <a:pt x="0" y="0"/>
                  </a:lnTo>
                  <a:lnTo>
                    <a:pt x="228599" y="0"/>
                  </a:lnTo>
                  <a:lnTo>
                    <a:pt x="228599" y="1249298"/>
                  </a:lnTo>
                  <a:close/>
                </a:path>
              </a:pathLst>
            </a:custGeom>
            <a:solidFill>
              <a:srgbClr val="00C1A7"/>
            </a:solidFill>
          </p:spPr>
          <p:txBody>
            <a:bodyPr wrap="square" lIns="0" tIns="0" rIns="0" bIns="0" rtlCol="0"/>
            <a:lstStyle/>
            <a:p>
              <a:endParaRPr/>
            </a:p>
          </p:txBody>
        </p:sp>
        <p:sp>
          <p:nvSpPr>
            <p:cNvPr id="10" name="object 6">
              <a:extLst>
                <a:ext uri="{FF2B5EF4-FFF2-40B4-BE49-F238E27FC236}">
                  <a16:creationId xmlns:a16="http://schemas.microsoft.com/office/drawing/2014/main" id="{FE781D54-FE45-9C2A-B02D-AB86CAC43E0E}"/>
                </a:ext>
              </a:extLst>
            </p:cNvPr>
            <p:cNvSpPr/>
            <p:nvPr/>
          </p:nvSpPr>
          <p:spPr>
            <a:xfrm>
              <a:off x="2245994" y="2522600"/>
              <a:ext cx="228600" cy="1249680"/>
            </a:xfrm>
            <a:custGeom>
              <a:avLst/>
              <a:gdLst/>
              <a:ahLst/>
              <a:cxnLst/>
              <a:rect l="l" t="t" r="r" b="b"/>
              <a:pathLst>
                <a:path w="228600" h="1249679">
                  <a:moveTo>
                    <a:pt x="0" y="0"/>
                  </a:moveTo>
                  <a:lnTo>
                    <a:pt x="228599" y="0"/>
                  </a:lnTo>
                  <a:lnTo>
                    <a:pt x="228599" y="1249298"/>
                  </a:lnTo>
                  <a:lnTo>
                    <a:pt x="0" y="1249298"/>
                  </a:lnTo>
                  <a:lnTo>
                    <a:pt x="0" y="0"/>
                  </a:lnTo>
                  <a:close/>
                </a:path>
              </a:pathLst>
            </a:custGeom>
            <a:ln w="5714">
              <a:solidFill>
                <a:srgbClr val="394049"/>
              </a:solidFill>
            </a:ln>
          </p:spPr>
          <p:txBody>
            <a:bodyPr wrap="square" lIns="0" tIns="0" rIns="0" bIns="0" rtlCol="0"/>
            <a:lstStyle/>
            <a:p>
              <a:endParaRPr/>
            </a:p>
          </p:txBody>
        </p:sp>
        <p:sp>
          <p:nvSpPr>
            <p:cNvPr id="11" name="object 7">
              <a:extLst>
                <a:ext uri="{FF2B5EF4-FFF2-40B4-BE49-F238E27FC236}">
                  <a16:creationId xmlns:a16="http://schemas.microsoft.com/office/drawing/2014/main" id="{059432A7-6D5F-DA62-0EB5-DB767D3D042B}"/>
                </a:ext>
              </a:extLst>
            </p:cNvPr>
            <p:cNvSpPr/>
            <p:nvPr/>
          </p:nvSpPr>
          <p:spPr>
            <a:xfrm>
              <a:off x="2245994" y="3771899"/>
              <a:ext cx="228600" cy="1485900"/>
            </a:xfrm>
            <a:custGeom>
              <a:avLst/>
              <a:gdLst/>
              <a:ahLst/>
              <a:cxnLst/>
              <a:rect l="l" t="t" r="r" b="b"/>
              <a:pathLst>
                <a:path w="228600" h="1485900">
                  <a:moveTo>
                    <a:pt x="228599" y="1485899"/>
                  </a:moveTo>
                  <a:lnTo>
                    <a:pt x="0" y="1485899"/>
                  </a:lnTo>
                  <a:lnTo>
                    <a:pt x="0" y="0"/>
                  </a:lnTo>
                  <a:lnTo>
                    <a:pt x="228599" y="0"/>
                  </a:lnTo>
                  <a:lnTo>
                    <a:pt x="228599" y="1485899"/>
                  </a:lnTo>
                  <a:close/>
                </a:path>
              </a:pathLst>
            </a:custGeom>
            <a:solidFill>
              <a:srgbClr val="9290FF"/>
            </a:solidFill>
          </p:spPr>
          <p:txBody>
            <a:bodyPr wrap="square" lIns="0" tIns="0" rIns="0" bIns="0" rtlCol="0"/>
            <a:lstStyle/>
            <a:p>
              <a:endParaRPr/>
            </a:p>
          </p:txBody>
        </p:sp>
        <p:sp>
          <p:nvSpPr>
            <p:cNvPr id="12" name="object 8">
              <a:extLst>
                <a:ext uri="{FF2B5EF4-FFF2-40B4-BE49-F238E27FC236}">
                  <a16:creationId xmlns:a16="http://schemas.microsoft.com/office/drawing/2014/main" id="{7632DED3-CAD3-C3BF-D706-9FB8756DAF56}"/>
                </a:ext>
              </a:extLst>
            </p:cNvPr>
            <p:cNvSpPr/>
            <p:nvPr/>
          </p:nvSpPr>
          <p:spPr>
            <a:xfrm>
              <a:off x="2245994" y="3771899"/>
              <a:ext cx="228600" cy="1485900"/>
            </a:xfrm>
            <a:custGeom>
              <a:avLst/>
              <a:gdLst/>
              <a:ahLst/>
              <a:cxnLst/>
              <a:rect l="l" t="t" r="r" b="b"/>
              <a:pathLst>
                <a:path w="228600" h="1485900">
                  <a:moveTo>
                    <a:pt x="0" y="0"/>
                  </a:moveTo>
                  <a:lnTo>
                    <a:pt x="228599" y="0"/>
                  </a:lnTo>
                  <a:lnTo>
                    <a:pt x="228599" y="1485899"/>
                  </a:lnTo>
                  <a:lnTo>
                    <a:pt x="0" y="1485899"/>
                  </a:lnTo>
                  <a:lnTo>
                    <a:pt x="0" y="0"/>
                  </a:lnTo>
                  <a:close/>
                </a:path>
              </a:pathLst>
            </a:custGeom>
            <a:ln w="5714">
              <a:solidFill>
                <a:srgbClr val="394049"/>
              </a:solidFill>
            </a:ln>
          </p:spPr>
          <p:txBody>
            <a:bodyPr wrap="square" lIns="0" tIns="0" rIns="0" bIns="0" rtlCol="0"/>
            <a:lstStyle/>
            <a:p>
              <a:endParaRPr/>
            </a:p>
          </p:txBody>
        </p:sp>
        <p:sp>
          <p:nvSpPr>
            <p:cNvPr id="13" name="object 9">
              <a:extLst>
                <a:ext uri="{FF2B5EF4-FFF2-40B4-BE49-F238E27FC236}">
                  <a16:creationId xmlns:a16="http://schemas.microsoft.com/office/drawing/2014/main" id="{6951B15C-FA16-2EF1-4215-1099B35655C9}"/>
                </a:ext>
              </a:extLst>
            </p:cNvPr>
            <p:cNvSpPr/>
            <p:nvPr/>
          </p:nvSpPr>
          <p:spPr>
            <a:xfrm>
              <a:off x="2245994" y="5257800"/>
              <a:ext cx="228600" cy="3429000"/>
            </a:xfrm>
            <a:custGeom>
              <a:avLst/>
              <a:gdLst/>
              <a:ahLst/>
              <a:cxnLst/>
              <a:rect l="l" t="t" r="r" b="b"/>
              <a:pathLst>
                <a:path w="228600" h="3429000">
                  <a:moveTo>
                    <a:pt x="228599" y="3428999"/>
                  </a:moveTo>
                  <a:lnTo>
                    <a:pt x="0" y="3428999"/>
                  </a:lnTo>
                  <a:lnTo>
                    <a:pt x="0" y="0"/>
                  </a:lnTo>
                  <a:lnTo>
                    <a:pt x="228599" y="0"/>
                  </a:lnTo>
                  <a:lnTo>
                    <a:pt x="228599" y="3428999"/>
                  </a:lnTo>
                  <a:close/>
                </a:path>
              </a:pathLst>
            </a:custGeom>
            <a:solidFill>
              <a:srgbClr val="FF7FDE"/>
            </a:solidFill>
          </p:spPr>
          <p:txBody>
            <a:bodyPr wrap="square" lIns="0" tIns="0" rIns="0" bIns="0" rtlCol="0"/>
            <a:lstStyle/>
            <a:p>
              <a:endParaRPr/>
            </a:p>
          </p:txBody>
        </p:sp>
        <p:sp>
          <p:nvSpPr>
            <p:cNvPr id="14" name="object 10">
              <a:extLst>
                <a:ext uri="{FF2B5EF4-FFF2-40B4-BE49-F238E27FC236}">
                  <a16:creationId xmlns:a16="http://schemas.microsoft.com/office/drawing/2014/main" id="{53EABDF3-DAD1-15B1-876B-4FAB021B5BD4}"/>
                </a:ext>
              </a:extLst>
            </p:cNvPr>
            <p:cNvSpPr/>
            <p:nvPr/>
          </p:nvSpPr>
          <p:spPr>
            <a:xfrm>
              <a:off x="2245994" y="5257800"/>
              <a:ext cx="228600" cy="3429000"/>
            </a:xfrm>
            <a:custGeom>
              <a:avLst/>
              <a:gdLst/>
              <a:ahLst/>
              <a:cxnLst/>
              <a:rect l="l" t="t" r="r" b="b"/>
              <a:pathLst>
                <a:path w="228600" h="3429000">
                  <a:moveTo>
                    <a:pt x="0" y="0"/>
                  </a:moveTo>
                  <a:lnTo>
                    <a:pt x="228599" y="0"/>
                  </a:lnTo>
                  <a:lnTo>
                    <a:pt x="228599" y="3428999"/>
                  </a:lnTo>
                  <a:lnTo>
                    <a:pt x="0" y="3428999"/>
                  </a:lnTo>
                  <a:lnTo>
                    <a:pt x="0" y="0"/>
                  </a:lnTo>
                  <a:close/>
                </a:path>
              </a:pathLst>
            </a:custGeom>
            <a:ln w="5714">
              <a:solidFill>
                <a:srgbClr val="394049"/>
              </a:solidFill>
            </a:ln>
          </p:spPr>
          <p:txBody>
            <a:bodyPr wrap="square" lIns="0" tIns="0" rIns="0" bIns="0" rtlCol="0"/>
            <a:lstStyle/>
            <a:p>
              <a:endParaRPr/>
            </a:p>
          </p:txBody>
        </p:sp>
        <p:sp>
          <p:nvSpPr>
            <p:cNvPr id="15" name="object 11">
              <a:extLst>
                <a:ext uri="{FF2B5EF4-FFF2-40B4-BE49-F238E27FC236}">
                  <a16:creationId xmlns:a16="http://schemas.microsoft.com/office/drawing/2014/main" id="{B0769FC7-0C23-C064-D73C-E25F58C5F557}"/>
                </a:ext>
              </a:extLst>
            </p:cNvPr>
            <p:cNvSpPr/>
            <p:nvPr/>
          </p:nvSpPr>
          <p:spPr>
            <a:xfrm>
              <a:off x="2245994" y="8686799"/>
              <a:ext cx="228600" cy="1485900"/>
            </a:xfrm>
            <a:custGeom>
              <a:avLst/>
              <a:gdLst/>
              <a:ahLst/>
              <a:cxnLst/>
              <a:rect l="l" t="t" r="r" b="b"/>
              <a:pathLst>
                <a:path w="228600" h="1485900">
                  <a:moveTo>
                    <a:pt x="228599" y="1485899"/>
                  </a:moveTo>
                  <a:lnTo>
                    <a:pt x="0" y="1485899"/>
                  </a:lnTo>
                  <a:lnTo>
                    <a:pt x="0" y="0"/>
                  </a:lnTo>
                  <a:lnTo>
                    <a:pt x="228599" y="0"/>
                  </a:lnTo>
                  <a:lnTo>
                    <a:pt x="228599" y="1485899"/>
                  </a:lnTo>
                  <a:close/>
                </a:path>
              </a:pathLst>
            </a:custGeom>
            <a:solidFill>
              <a:srgbClr val="00C1A7"/>
            </a:solidFill>
          </p:spPr>
          <p:txBody>
            <a:bodyPr wrap="square" lIns="0" tIns="0" rIns="0" bIns="0" rtlCol="0"/>
            <a:lstStyle/>
            <a:p>
              <a:endParaRPr/>
            </a:p>
          </p:txBody>
        </p:sp>
        <p:sp>
          <p:nvSpPr>
            <p:cNvPr id="16" name="object 12">
              <a:extLst>
                <a:ext uri="{FF2B5EF4-FFF2-40B4-BE49-F238E27FC236}">
                  <a16:creationId xmlns:a16="http://schemas.microsoft.com/office/drawing/2014/main" id="{D4E8FE93-DB16-6896-013C-6D3D2593F36B}"/>
                </a:ext>
              </a:extLst>
            </p:cNvPr>
            <p:cNvSpPr/>
            <p:nvPr/>
          </p:nvSpPr>
          <p:spPr>
            <a:xfrm>
              <a:off x="2245994" y="8686799"/>
              <a:ext cx="228600" cy="1485900"/>
            </a:xfrm>
            <a:custGeom>
              <a:avLst/>
              <a:gdLst/>
              <a:ahLst/>
              <a:cxnLst/>
              <a:rect l="l" t="t" r="r" b="b"/>
              <a:pathLst>
                <a:path w="228600" h="1485900">
                  <a:moveTo>
                    <a:pt x="0" y="0"/>
                  </a:moveTo>
                  <a:lnTo>
                    <a:pt x="228599" y="0"/>
                  </a:lnTo>
                  <a:lnTo>
                    <a:pt x="228599" y="1485899"/>
                  </a:lnTo>
                  <a:lnTo>
                    <a:pt x="0" y="1485899"/>
                  </a:lnTo>
                  <a:lnTo>
                    <a:pt x="0" y="0"/>
                  </a:lnTo>
                  <a:close/>
                </a:path>
              </a:pathLst>
            </a:custGeom>
            <a:ln w="5714">
              <a:solidFill>
                <a:srgbClr val="394049"/>
              </a:solidFill>
            </a:ln>
          </p:spPr>
          <p:txBody>
            <a:bodyPr wrap="square" lIns="0" tIns="0" rIns="0" bIns="0" rtlCol="0"/>
            <a:lstStyle/>
            <a:p>
              <a:endParaRPr/>
            </a:p>
          </p:txBody>
        </p:sp>
        <p:sp>
          <p:nvSpPr>
            <p:cNvPr id="17" name="object 13">
              <a:extLst>
                <a:ext uri="{FF2B5EF4-FFF2-40B4-BE49-F238E27FC236}">
                  <a16:creationId xmlns:a16="http://schemas.microsoft.com/office/drawing/2014/main" id="{6C8822F1-9120-B5CC-35B2-100C34C081E9}"/>
                </a:ext>
              </a:extLst>
            </p:cNvPr>
            <p:cNvSpPr/>
            <p:nvPr/>
          </p:nvSpPr>
          <p:spPr>
            <a:xfrm>
              <a:off x="2245994" y="10172699"/>
              <a:ext cx="228600" cy="1257300"/>
            </a:xfrm>
            <a:custGeom>
              <a:avLst/>
              <a:gdLst/>
              <a:ahLst/>
              <a:cxnLst/>
              <a:rect l="l" t="t" r="r" b="b"/>
              <a:pathLst>
                <a:path w="228600" h="1257300">
                  <a:moveTo>
                    <a:pt x="228599" y="1257299"/>
                  </a:moveTo>
                  <a:lnTo>
                    <a:pt x="34289" y="1257299"/>
                  </a:lnTo>
                  <a:lnTo>
                    <a:pt x="14466" y="1251942"/>
                  </a:lnTo>
                  <a:lnTo>
                    <a:pt x="4286" y="1240154"/>
                  </a:lnTo>
                  <a:lnTo>
                    <a:pt x="535" y="1228367"/>
                  </a:lnTo>
                  <a:lnTo>
                    <a:pt x="0" y="1223009"/>
                  </a:lnTo>
                  <a:lnTo>
                    <a:pt x="0" y="0"/>
                  </a:lnTo>
                  <a:lnTo>
                    <a:pt x="228599" y="0"/>
                  </a:lnTo>
                  <a:lnTo>
                    <a:pt x="228599" y="1257299"/>
                  </a:lnTo>
                  <a:close/>
                </a:path>
              </a:pathLst>
            </a:custGeom>
            <a:solidFill>
              <a:srgbClr val="6CB0FF"/>
            </a:solidFill>
          </p:spPr>
          <p:txBody>
            <a:bodyPr wrap="square" lIns="0" tIns="0" rIns="0" bIns="0" rtlCol="0"/>
            <a:lstStyle/>
            <a:p>
              <a:endParaRPr/>
            </a:p>
          </p:txBody>
        </p:sp>
        <p:sp>
          <p:nvSpPr>
            <p:cNvPr id="18" name="object 14">
              <a:extLst>
                <a:ext uri="{FF2B5EF4-FFF2-40B4-BE49-F238E27FC236}">
                  <a16:creationId xmlns:a16="http://schemas.microsoft.com/office/drawing/2014/main" id="{CABAD98B-BC93-7D82-3CE7-3A8782D694B7}"/>
                </a:ext>
              </a:extLst>
            </p:cNvPr>
            <p:cNvSpPr/>
            <p:nvPr/>
          </p:nvSpPr>
          <p:spPr>
            <a:xfrm>
              <a:off x="2245994" y="1257300"/>
              <a:ext cx="7240905" cy="10172700"/>
            </a:xfrm>
            <a:custGeom>
              <a:avLst/>
              <a:gdLst/>
              <a:ahLst/>
              <a:cxnLst/>
              <a:rect l="l" t="t" r="r" b="b"/>
              <a:pathLst>
                <a:path w="7240905" h="10172700">
                  <a:moveTo>
                    <a:pt x="228599" y="10172699"/>
                  </a:moveTo>
                  <a:lnTo>
                    <a:pt x="34289" y="10172699"/>
                  </a:lnTo>
                  <a:lnTo>
                    <a:pt x="14466" y="10167341"/>
                  </a:lnTo>
                  <a:lnTo>
                    <a:pt x="4286" y="10155554"/>
                  </a:lnTo>
                  <a:lnTo>
                    <a:pt x="535" y="10143767"/>
                  </a:lnTo>
                  <a:lnTo>
                    <a:pt x="0" y="10138409"/>
                  </a:lnTo>
                  <a:lnTo>
                    <a:pt x="0" y="8915399"/>
                  </a:lnTo>
                  <a:lnTo>
                    <a:pt x="228599" y="8915399"/>
                  </a:lnTo>
                  <a:lnTo>
                    <a:pt x="228599" y="10172699"/>
                  </a:lnTo>
                  <a:close/>
                </a:path>
                <a:path w="7240905" h="10172700">
                  <a:moveTo>
                    <a:pt x="228599" y="0"/>
                  </a:moveTo>
                  <a:lnTo>
                    <a:pt x="7206614" y="0"/>
                  </a:lnTo>
                  <a:lnTo>
                    <a:pt x="7226438" y="5357"/>
                  </a:lnTo>
                  <a:lnTo>
                    <a:pt x="7236618" y="17144"/>
                  </a:lnTo>
                  <a:lnTo>
                    <a:pt x="7240369" y="28932"/>
                  </a:lnTo>
                  <a:lnTo>
                    <a:pt x="7240904" y="34289"/>
                  </a:lnTo>
                  <a:lnTo>
                    <a:pt x="7240904" y="1265300"/>
                  </a:lnTo>
                  <a:lnTo>
                    <a:pt x="228599" y="1265300"/>
                  </a:lnTo>
                  <a:lnTo>
                    <a:pt x="228599" y="0"/>
                  </a:lnTo>
                  <a:close/>
                </a:path>
                <a:path w="7240905" h="10172700">
                  <a:moveTo>
                    <a:pt x="228599" y="1265300"/>
                  </a:moveTo>
                  <a:lnTo>
                    <a:pt x="7240904" y="1265300"/>
                  </a:lnTo>
                  <a:lnTo>
                    <a:pt x="7240904" y="2514599"/>
                  </a:lnTo>
                  <a:lnTo>
                    <a:pt x="228599" y="2514599"/>
                  </a:lnTo>
                  <a:lnTo>
                    <a:pt x="228599" y="1265300"/>
                  </a:lnTo>
                  <a:close/>
                </a:path>
                <a:path w="7240905" h="10172700">
                  <a:moveTo>
                    <a:pt x="228599" y="2514599"/>
                  </a:moveTo>
                  <a:lnTo>
                    <a:pt x="7240904" y="2514599"/>
                  </a:lnTo>
                  <a:lnTo>
                    <a:pt x="7240904" y="4000499"/>
                  </a:lnTo>
                  <a:lnTo>
                    <a:pt x="228599" y="4000499"/>
                  </a:lnTo>
                  <a:lnTo>
                    <a:pt x="228599" y="2514599"/>
                  </a:lnTo>
                  <a:close/>
                </a:path>
                <a:path w="7240905" h="10172700">
                  <a:moveTo>
                    <a:pt x="228599" y="4000499"/>
                  </a:moveTo>
                  <a:lnTo>
                    <a:pt x="7240904" y="4000499"/>
                  </a:lnTo>
                  <a:lnTo>
                    <a:pt x="7240904" y="7429499"/>
                  </a:lnTo>
                  <a:lnTo>
                    <a:pt x="228599" y="7429499"/>
                  </a:lnTo>
                  <a:lnTo>
                    <a:pt x="228599" y="4000499"/>
                  </a:lnTo>
                  <a:close/>
                </a:path>
                <a:path w="7240905" h="10172700">
                  <a:moveTo>
                    <a:pt x="228599" y="7429499"/>
                  </a:moveTo>
                  <a:lnTo>
                    <a:pt x="7240904" y="7429499"/>
                  </a:lnTo>
                  <a:lnTo>
                    <a:pt x="7240904" y="8915399"/>
                  </a:lnTo>
                  <a:lnTo>
                    <a:pt x="228599" y="8915399"/>
                  </a:lnTo>
                  <a:lnTo>
                    <a:pt x="228599" y="7429499"/>
                  </a:lnTo>
                  <a:close/>
                </a:path>
                <a:path w="7240905" h="10172700">
                  <a:moveTo>
                    <a:pt x="7240904" y="8915399"/>
                  </a:moveTo>
                  <a:lnTo>
                    <a:pt x="7240904" y="10138409"/>
                  </a:lnTo>
                  <a:lnTo>
                    <a:pt x="7235546" y="10158233"/>
                  </a:lnTo>
                  <a:lnTo>
                    <a:pt x="7223759" y="10168413"/>
                  </a:lnTo>
                  <a:lnTo>
                    <a:pt x="7211972" y="10172163"/>
                  </a:lnTo>
                  <a:lnTo>
                    <a:pt x="7206614" y="10172699"/>
                  </a:lnTo>
                  <a:lnTo>
                    <a:pt x="228599" y="10172699"/>
                  </a:lnTo>
                  <a:lnTo>
                    <a:pt x="228599" y="8915399"/>
                  </a:lnTo>
                  <a:lnTo>
                    <a:pt x="7240904" y="8915399"/>
                  </a:lnTo>
                  <a:close/>
                </a:path>
              </a:pathLst>
            </a:custGeom>
            <a:ln w="5714">
              <a:solidFill>
                <a:srgbClr val="394049"/>
              </a:solidFill>
            </a:ln>
          </p:spPr>
          <p:txBody>
            <a:bodyPr wrap="square" lIns="0" tIns="0" rIns="0" bIns="0" rtlCol="0"/>
            <a:lstStyle/>
            <a:p>
              <a:endParaRPr/>
            </a:p>
          </p:txBody>
        </p:sp>
        <p:pic>
          <p:nvPicPr>
            <p:cNvPr id="19" name="object 15">
              <a:extLst>
                <a:ext uri="{FF2B5EF4-FFF2-40B4-BE49-F238E27FC236}">
                  <a16:creationId xmlns:a16="http://schemas.microsoft.com/office/drawing/2014/main" id="{0B6FBBD2-30FA-F030-FB4B-0C061250E3A8}"/>
                </a:ext>
              </a:extLst>
            </p:cNvPr>
            <p:cNvPicPr/>
            <p:nvPr/>
          </p:nvPicPr>
          <p:blipFill>
            <a:blip r:embed="rId2" cstate="print"/>
            <a:stretch>
              <a:fillRect/>
            </a:stretch>
          </p:blipFill>
          <p:spPr>
            <a:xfrm>
              <a:off x="2317113" y="1688164"/>
              <a:ext cx="88457" cy="396788"/>
            </a:xfrm>
            <a:prstGeom prst="rect">
              <a:avLst/>
            </a:prstGeom>
          </p:spPr>
        </p:pic>
        <p:pic>
          <p:nvPicPr>
            <p:cNvPr id="20" name="object 16">
              <a:extLst>
                <a:ext uri="{FF2B5EF4-FFF2-40B4-BE49-F238E27FC236}">
                  <a16:creationId xmlns:a16="http://schemas.microsoft.com/office/drawing/2014/main" id="{5ED98D94-8A61-6FE5-D3C0-C4E36993197F}"/>
                </a:ext>
              </a:extLst>
            </p:cNvPr>
            <p:cNvPicPr/>
            <p:nvPr/>
          </p:nvPicPr>
          <p:blipFill>
            <a:blip r:embed="rId3" cstate="print"/>
            <a:stretch>
              <a:fillRect/>
            </a:stretch>
          </p:blipFill>
          <p:spPr>
            <a:xfrm>
              <a:off x="2316208" y="3288398"/>
              <a:ext cx="85919" cy="407456"/>
            </a:xfrm>
            <a:prstGeom prst="rect">
              <a:avLst/>
            </a:prstGeom>
          </p:spPr>
        </p:pic>
        <p:sp>
          <p:nvSpPr>
            <p:cNvPr id="21" name="object 17">
              <a:extLst>
                <a:ext uri="{FF2B5EF4-FFF2-40B4-BE49-F238E27FC236}">
                  <a16:creationId xmlns:a16="http://schemas.microsoft.com/office/drawing/2014/main" id="{571F2536-D49B-222A-ED5E-F23D843744A6}"/>
                </a:ext>
              </a:extLst>
            </p:cNvPr>
            <p:cNvSpPr/>
            <p:nvPr/>
          </p:nvSpPr>
          <p:spPr>
            <a:xfrm>
              <a:off x="2312162" y="2589732"/>
              <a:ext cx="103505" cy="2195830"/>
            </a:xfrm>
            <a:custGeom>
              <a:avLst/>
              <a:gdLst/>
              <a:ahLst/>
              <a:cxnLst/>
              <a:rect l="l" t="t" r="r" b="b"/>
              <a:pathLst>
                <a:path w="103505" h="2195829">
                  <a:moveTo>
                    <a:pt x="89966" y="489800"/>
                  </a:moveTo>
                  <a:lnTo>
                    <a:pt x="4038" y="489800"/>
                  </a:lnTo>
                  <a:lnTo>
                    <a:pt x="4038" y="505421"/>
                  </a:lnTo>
                  <a:lnTo>
                    <a:pt x="58242" y="526300"/>
                  </a:lnTo>
                  <a:lnTo>
                    <a:pt x="62572" y="527977"/>
                  </a:lnTo>
                  <a:lnTo>
                    <a:pt x="71043" y="530631"/>
                  </a:lnTo>
                  <a:lnTo>
                    <a:pt x="77787" y="532638"/>
                  </a:lnTo>
                  <a:lnTo>
                    <a:pt x="70815" y="534657"/>
                  </a:lnTo>
                  <a:lnTo>
                    <a:pt x="62395" y="537375"/>
                  </a:lnTo>
                  <a:lnTo>
                    <a:pt x="58242" y="538988"/>
                  </a:lnTo>
                  <a:lnTo>
                    <a:pt x="4038" y="560146"/>
                  </a:lnTo>
                  <a:lnTo>
                    <a:pt x="4038" y="575716"/>
                  </a:lnTo>
                  <a:lnTo>
                    <a:pt x="89966" y="575716"/>
                  </a:lnTo>
                  <a:lnTo>
                    <a:pt x="89966" y="565277"/>
                  </a:lnTo>
                  <a:lnTo>
                    <a:pt x="71208" y="565302"/>
                  </a:lnTo>
                  <a:lnTo>
                    <a:pt x="52870" y="565264"/>
                  </a:lnTo>
                  <a:lnTo>
                    <a:pt x="34569" y="565340"/>
                  </a:lnTo>
                  <a:lnTo>
                    <a:pt x="15913" y="565683"/>
                  </a:lnTo>
                  <a:lnTo>
                    <a:pt x="35941" y="558825"/>
                  </a:lnTo>
                  <a:lnTo>
                    <a:pt x="53848" y="551967"/>
                  </a:lnTo>
                  <a:lnTo>
                    <a:pt x="71310" y="544931"/>
                  </a:lnTo>
                  <a:lnTo>
                    <a:pt x="89966" y="537540"/>
                  </a:lnTo>
                  <a:lnTo>
                    <a:pt x="89966" y="528027"/>
                  </a:lnTo>
                  <a:lnTo>
                    <a:pt x="71247" y="520763"/>
                  </a:lnTo>
                  <a:lnTo>
                    <a:pt x="53695" y="513778"/>
                  </a:lnTo>
                  <a:lnTo>
                    <a:pt x="35725" y="506958"/>
                  </a:lnTo>
                  <a:lnTo>
                    <a:pt x="15748" y="500176"/>
                  </a:lnTo>
                  <a:lnTo>
                    <a:pt x="34658" y="500519"/>
                  </a:lnTo>
                  <a:lnTo>
                    <a:pt x="52895" y="500595"/>
                  </a:lnTo>
                  <a:lnTo>
                    <a:pt x="71120" y="500570"/>
                  </a:lnTo>
                  <a:lnTo>
                    <a:pt x="89966" y="500583"/>
                  </a:lnTo>
                  <a:lnTo>
                    <a:pt x="89966" y="489800"/>
                  </a:lnTo>
                  <a:close/>
                </a:path>
                <a:path w="103505" h="2195829">
                  <a:moveTo>
                    <a:pt x="89966" y="400939"/>
                  </a:moveTo>
                  <a:lnTo>
                    <a:pt x="65976" y="409765"/>
                  </a:lnTo>
                  <a:lnTo>
                    <a:pt x="56400" y="413283"/>
                  </a:lnTo>
                  <a:lnTo>
                    <a:pt x="56400" y="424459"/>
                  </a:lnTo>
                  <a:lnTo>
                    <a:pt x="56400" y="453123"/>
                  </a:lnTo>
                  <a:lnTo>
                    <a:pt x="36245" y="446151"/>
                  </a:lnTo>
                  <a:lnTo>
                    <a:pt x="26174" y="442899"/>
                  </a:lnTo>
                  <a:lnTo>
                    <a:pt x="12801" y="438937"/>
                  </a:lnTo>
                  <a:lnTo>
                    <a:pt x="26390" y="434860"/>
                  </a:lnTo>
                  <a:lnTo>
                    <a:pt x="36245" y="431634"/>
                  </a:lnTo>
                  <a:lnTo>
                    <a:pt x="45504" y="428371"/>
                  </a:lnTo>
                  <a:lnTo>
                    <a:pt x="56400" y="424459"/>
                  </a:lnTo>
                  <a:lnTo>
                    <a:pt x="56400" y="413283"/>
                  </a:lnTo>
                  <a:lnTo>
                    <a:pt x="12801" y="429310"/>
                  </a:lnTo>
                  <a:lnTo>
                    <a:pt x="4038" y="432536"/>
                  </a:lnTo>
                  <a:lnTo>
                    <a:pt x="4038" y="445223"/>
                  </a:lnTo>
                  <a:lnTo>
                    <a:pt x="89966" y="476415"/>
                  </a:lnTo>
                  <a:lnTo>
                    <a:pt x="89966" y="464769"/>
                  </a:lnTo>
                  <a:lnTo>
                    <a:pt x="65976" y="456463"/>
                  </a:lnTo>
                  <a:lnTo>
                    <a:pt x="65976" y="421068"/>
                  </a:lnTo>
                  <a:lnTo>
                    <a:pt x="89966" y="412470"/>
                  </a:lnTo>
                  <a:lnTo>
                    <a:pt x="89966" y="400939"/>
                  </a:lnTo>
                  <a:close/>
                </a:path>
                <a:path w="103505" h="2195829">
                  <a:moveTo>
                    <a:pt x="89966" y="319341"/>
                  </a:moveTo>
                  <a:lnTo>
                    <a:pt x="4038" y="319341"/>
                  </a:lnTo>
                  <a:lnTo>
                    <a:pt x="4038" y="330301"/>
                  </a:lnTo>
                  <a:lnTo>
                    <a:pt x="22694" y="330250"/>
                  </a:lnTo>
                  <a:lnTo>
                    <a:pt x="40665" y="330377"/>
                  </a:lnTo>
                  <a:lnTo>
                    <a:pt x="58559" y="330276"/>
                  </a:lnTo>
                  <a:lnTo>
                    <a:pt x="76987" y="329552"/>
                  </a:lnTo>
                  <a:lnTo>
                    <a:pt x="69202" y="333476"/>
                  </a:lnTo>
                  <a:lnTo>
                    <a:pt x="62623" y="337388"/>
                  </a:lnTo>
                  <a:lnTo>
                    <a:pt x="58991" y="339699"/>
                  </a:lnTo>
                  <a:lnTo>
                    <a:pt x="4038" y="374637"/>
                  </a:lnTo>
                  <a:lnTo>
                    <a:pt x="4038" y="387565"/>
                  </a:lnTo>
                  <a:lnTo>
                    <a:pt x="89966" y="387565"/>
                  </a:lnTo>
                  <a:lnTo>
                    <a:pt x="89966" y="376542"/>
                  </a:lnTo>
                  <a:lnTo>
                    <a:pt x="71018" y="376555"/>
                  </a:lnTo>
                  <a:lnTo>
                    <a:pt x="53708" y="376478"/>
                  </a:lnTo>
                  <a:lnTo>
                    <a:pt x="36322" y="376656"/>
                  </a:lnTo>
                  <a:lnTo>
                    <a:pt x="17183" y="377405"/>
                  </a:lnTo>
                  <a:lnTo>
                    <a:pt x="36703" y="366153"/>
                  </a:lnTo>
                  <a:lnTo>
                    <a:pt x="54356" y="355130"/>
                  </a:lnTo>
                  <a:lnTo>
                    <a:pt x="71615" y="343992"/>
                  </a:lnTo>
                  <a:lnTo>
                    <a:pt x="89966" y="332371"/>
                  </a:lnTo>
                  <a:lnTo>
                    <a:pt x="89966" y="319341"/>
                  </a:lnTo>
                  <a:close/>
                </a:path>
                <a:path w="103505" h="2195829">
                  <a:moveTo>
                    <a:pt x="89966" y="230479"/>
                  </a:moveTo>
                  <a:lnTo>
                    <a:pt x="65976" y="239306"/>
                  </a:lnTo>
                  <a:lnTo>
                    <a:pt x="56400" y="242824"/>
                  </a:lnTo>
                  <a:lnTo>
                    <a:pt x="56400" y="254012"/>
                  </a:lnTo>
                  <a:lnTo>
                    <a:pt x="56400" y="282663"/>
                  </a:lnTo>
                  <a:lnTo>
                    <a:pt x="36245" y="275691"/>
                  </a:lnTo>
                  <a:lnTo>
                    <a:pt x="26174" y="272440"/>
                  </a:lnTo>
                  <a:lnTo>
                    <a:pt x="12801" y="268478"/>
                  </a:lnTo>
                  <a:lnTo>
                    <a:pt x="26390" y="264401"/>
                  </a:lnTo>
                  <a:lnTo>
                    <a:pt x="36245" y="261175"/>
                  </a:lnTo>
                  <a:lnTo>
                    <a:pt x="45504" y="257911"/>
                  </a:lnTo>
                  <a:lnTo>
                    <a:pt x="56400" y="254012"/>
                  </a:lnTo>
                  <a:lnTo>
                    <a:pt x="56400" y="242824"/>
                  </a:lnTo>
                  <a:lnTo>
                    <a:pt x="12801" y="258864"/>
                  </a:lnTo>
                  <a:lnTo>
                    <a:pt x="4038" y="262077"/>
                  </a:lnTo>
                  <a:lnTo>
                    <a:pt x="4038" y="274764"/>
                  </a:lnTo>
                  <a:lnTo>
                    <a:pt x="89966" y="305968"/>
                  </a:lnTo>
                  <a:lnTo>
                    <a:pt x="89966" y="294322"/>
                  </a:lnTo>
                  <a:lnTo>
                    <a:pt x="65976" y="286016"/>
                  </a:lnTo>
                  <a:lnTo>
                    <a:pt x="65976" y="250609"/>
                  </a:lnTo>
                  <a:lnTo>
                    <a:pt x="89966" y="242011"/>
                  </a:lnTo>
                  <a:lnTo>
                    <a:pt x="89966" y="230479"/>
                  </a:lnTo>
                  <a:close/>
                </a:path>
                <a:path w="103505" h="2195829">
                  <a:moveTo>
                    <a:pt x="89966" y="80149"/>
                  </a:moveTo>
                  <a:lnTo>
                    <a:pt x="80276" y="80149"/>
                  </a:lnTo>
                  <a:lnTo>
                    <a:pt x="80276" y="122072"/>
                  </a:lnTo>
                  <a:lnTo>
                    <a:pt x="51435" y="122072"/>
                  </a:lnTo>
                  <a:lnTo>
                    <a:pt x="51435" y="83502"/>
                  </a:lnTo>
                  <a:lnTo>
                    <a:pt x="41757" y="83502"/>
                  </a:lnTo>
                  <a:lnTo>
                    <a:pt x="41757" y="122072"/>
                  </a:lnTo>
                  <a:lnTo>
                    <a:pt x="13728" y="122072"/>
                  </a:lnTo>
                  <a:lnTo>
                    <a:pt x="13728" y="80670"/>
                  </a:lnTo>
                  <a:lnTo>
                    <a:pt x="4038" y="80670"/>
                  </a:lnTo>
                  <a:lnTo>
                    <a:pt x="4038" y="133032"/>
                  </a:lnTo>
                  <a:lnTo>
                    <a:pt x="89966" y="133032"/>
                  </a:lnTo>
                  <a:lnTo>
                    <a:pt x="89966" y="80149"/>
                  </a:lnTo>
                  <a:close/>
                </a:path>
                <a:path w="103505" h="2195829">
                  <a:moveTo>
                    <a:pt x="89966" y="0"/>
                  </a:moveTo>
                  <a:lnTo>
                    <a:pt x="56578" y="18186"/>
                  </a:lnTo>
                  <a:lnTo>
                    <a:pt x="54610" y="19253"/>
                  </a:lnTo>
                  <a:lnTo>
                    <a:pt x="50850" y="12192"/>
                  </a:lnTo>
                  <a:lnTo>
                    <a:pt x="46888" y="8559"/>
                  </a:lnTo>
                  <a:lnTo>
                    <a:pt x="46888" y="19545"/>
                  </a:lnTo>
                  <a:lnTo>
                    <a:pt x="46888" y="51092"/>
                  </a:lnTo>
                  <a:lnTo>
                    <a:pt x="13665" y="51092"/>
                  </a:lnTo>
                  <a:lnTo>
                    <a:pt x="13665" y="33210"/>
                  </a:lnTo>
                  <a:lnTo>
                    <a:pt x="14871" y="24485"/>
                  </a:lnTo>
                  <a:lnTo>
                    <a:pt x="18288" y="18605"/>
                  </a:lnTo>
                  <a:lnTo>
                    <a:pt x="23622" y="15278"/>
                  </a:lnTo>
                  <a:lnTo>
                    <a:pt x="30568" y="14236"/>
                  </a:lnTo>
                  <a:lnTo>
                    <a:pt x="40652" y="14236"/>
                  </a:lnTo>
                  <a:lnTo>
                    <a:pt x="46888" y="19545"/>
                  </a:lnTo>
                  <a:lnTo>
                    <a:pt x="46888" y="8559"/>
                  </a:lnTo>
                  <a:lnTo>
                    <a:pt x="45440" y="7239"/>
                  </a:lnTo>
                  <a:lnTo>
                    <a:pt x="38608" y="4305"/>
                  </a:lnTo>
                  <a:lnTo>
                    <a:pt x="30568" y="3340"/>
                  </a:lnTo>
                  <a:lnTo>
                    <a:pt x="19951" y="5092"/>
                  </a:lnTo>
                  <a:lnTo>
                    <a:pt x="13665" y="9105"/>
                  </a:lnTo>
                  <a:lnTo>
                    <a:pt x="11557" y="10464"/>
                  </a:lnTo>
                  <a:lnTo>
                    <a:pt x="6032" y="19596"/>
                  </a:lnTo>
                  <a:lnTo>
                    <a:pt x="4038" y="32639"/>
                  </a:lnTo>
                  <a:lnTo>
                    <a:pt x="4038" y="62039"/>
                  </a:lnTo>
                  <a:lnTo>
                    <a:pt x="89966" y="62039"/>
                  </a:lnTo>
                  <a:lnTo>
                    <a:pt x="89966" y="51092"/>
                  </a:lnTo>
                  <a:lnTo>
                    <a:pt x="56578" y="51092"/>
                  </a:lnTo>
                  <a:lnTo>
                    <a:pt x="56578" y="30556"/>
                  </a:lnTo>
                  <a:lnTo>
                    <a:pt x="89966" y="12687"/>
                  </a:lnTo>
                  <a:lnTo>
                    <a:pt x="89966" y="0"/>
                  </a:lnTo>
                  <a:close/>
                </a:path>
                <a:path w="103505" h="2195829">
                  <a:moveTo>
                    <a:pt x="91109" y="186029"/>
                  </a:moveTo>
                  <a:lnTo>
                    <a:pt x="88658" y="171881"/>
                  </a:lnTo>
                  <a:lnTo>
                    <a:pt x="81648" y="160731"/>
                  </a:lnTo>
                  <a:lnTo>
                    <a:pt x="70624" y="153416"/>
                  </a:lnTo>
                  <a:lnTo>
                    <a:pt x="56172" y="150787"/>
                  </a:lnTo>
                  <a:lnTo>
                    <a:pt x="46774" y="150787"/>
                  </a:lnTo>
                  <a:lnTo>
                    <a:pt x="46774" y="183769"/>
                  </a:lnTo>
                  <a:lnTo>
                    <a:pt x="56337" y="183769"/>
                  </a:lnTo>
                  <a:lnTo>
                    <a:pt x="56337" y="161518"/>
                  </a:lnTo>
                  <a:lnTo>
                    <a:pt x="66560" y="163449"/>
                  </a:lnTo>
                  <a:lnTo>
                    <a:pt x="74320" y="168490"/>
                  </a:lnTo>
                  <a:lnTo>
                    <a:pt x="79248" y="176174"/>
                  </a:lnTo>
                  <a:lnTo>
                    <a:pt x="80962" y="186029"/>
                  </a:lnTo>
                  <a:lnTo>
                    <a:pt x="78752" y="197027"/>
                  </a:lnTo>
                  <a:lnTo>
                    <a:pt x="72224" y="205841"/>
                  </a:lnTo>
                  <a:lnTo>
                    <a:pt x="61595" y="211696"/>
                  </a:lnTo>
                  <a:lnTo>
                    <a:pt x="47053" y="213817"/>
                  </a:lnTo>
                  <a:lnTo>
                    <a:pt x="32423" y="211696"/>
                  </a:lnTo>
                  <a:lnTo>
                    <a:pt x="21767" y="205905"/>
                  </a:lnTo>
                  <a:lnTo>
                    <a:pt x="15252" y="197269"/>
                  </a:lnTo>
                  <a:lnTo>
                    <a:pt x="13030" y="186651"/>
                  </a:lnTo>
                  <a:lnTo>
                    <a:pt x="14287" y="178282"/>
                  </a:lnTo>
                  <a:lnTo>
                    <a:pt x="17868" y="171450"/>
                  </a:lnTo>
                  <a:lnTo>
                    <a:pt x="23520" y="166243"/>
                  </a:lnTo>
                  <a:lnTo>
                    <a:pt x="30975" y="162725"/>
                  </a:lnTo>
                  <a:lnTo>
                    <a:pt x="30975" y="151422"/>
                  </a:lnTo>
                  <a:lnTo>
                    <a:pt x="19545" y="155702"/>
                  </a:lnTo>
                  <a:lnTo>
                    <a:pt x="10680" y="163423"/>
                  </a:lnTo>
                  <a:lnTo>
                    <a:pt x="4927" y="173977"/>
                  </a:lnTo>
                  <a:lnTo>
                    <a:pt x="2882" y="186715"/>
                  </a:lnTo>
                  <a:lnTo>
                    <a:pt x="5956" y="201904"/>
                  </a:lnTo>
                  <a:lnTo>
                    <a:pt x="14744" y="213855"/>
                  </a:lnTo>
                  <a:lnTo>
                    <a:pt x="28651" y="221678"/>
                  </a:lnTo>
                  <a:lnTo>
                    <a:pt x="47053" y="224485"/>
                  </a:lnTo>
                  <a:lnTo>
                    <a:pt x="65405" y="221703"/>
                  </a:lnTo>
                  <a:lnTo>
                    <a:pt x="79273" y="213855"/>
                  </a:lnTo>
                  <a:lnTo>
                    <a:pt x="88049" y="201714"/>
                  </a:lnTo>
                  <a:lnTo>
                    <a:pt x="91109" y="186029"/>
                  </a:lnTo>
                  <a:close/>
                </a:path>
                <a:path w="103505" h="2195829">
                  <a:moveTo>
                    <a:pt x="93332" y="2062924"/>
                  </a:moveTo>
                  <a:lnTo>
                    <a:pt x="83642" y="2062924"/>
                  </a:lnTo>
                  <a:lnTo>
                    <a:pt x="83642" y="2104847"/>
                  </a:lnTo>
                  <a:lnTo>
                    <a:pt x="54813" y="2104847"/>
                  </a:lnTo>
                  <a:lnTo>
                    <a:pt x="54813" y="2066277"/>
                  </a:lnTo>
                  <a:lnTo>
                    <a:pt x="45123" y="2066277"/>
                  </a:lnTo>
                  <a:lnTo>
                    <a:pt x="45123" y="2104847"/>
                  </a:lnTo>
                  <a:lnTo>
                    <a:pt x="17094" y="2104847"/>
                  </a:lnTo>
                  <a:lnTo>
                    <a:pt x="17094" y="2063445"/>
                  </a:lnTo>
                  <a:lnTo>
                    <a:pt x="7416" y="2063445"/>
                  </a:lnTo>
                  <a:lnTo>
                    <a:pt x="7416" y="2115807"/>
                  </a:lnTo>
                  <a:lnTo>
                    <a:pt x="93332" y="2115807"/>
                  </a:lnTo>
                  <a:lnTo>
                    <a:pt x="93332" y="2062924"/>
                  </a:lnTo>
                  <a:close/>
                </a:path>
                <a:path w="103505" h="2195829">
                  <a:moveTo>
                    <a:pt x="93332" y="1976602"/>
                  </a:moveTo>
                  <a:lnTo>
                    <a:pt x="7416" y="1976602"/>
                  </a:lnTo>
                  <a:lnTo>
                    <a:pt x="7416" y="1987562"/>
                  </a:lnTo>
                  <a:lnTo>
                    <a:pt x="26073" y="1987511"/>
                  </a:lnTo>
                  <a:lnTo>
                    <a:pt x="44030" y="1987638"/>
                  </a:lnTo>
                  <a:lnTo>
                    <a:pt x="61925" y="1987537"/>
                  </a:lnTo>
                  <a:lnTo>
                    <a:pt x="80352" y="1986813"/>
                  </a:lnTo>
                  <a:lnTo>
                    <a:pt x="72567" y="1990737"/>
                  </a:lnTo>
                  <a:lnTo>
                    <a:pt x="66001" y="1994649"/>
                  </a:lnTo>
                  <a:lnTo>
                    <a:pt x="62369" y="1996960"/>
                  </a:lnTo>
                  <a:lnTo>
                    <a:pt x="7416" y="2031911"/>
                  </a:lnTo>
                  <a:lnTo>
                    <a:pt x="7416" y="2044827"/>
                  </a:lnTo>
                  <a:lnTo>
                    <a:pt x="93332" y="2044827"/>
                  </a:lnTo>
                  <a:lnTo>
                    <a:pt x="93332" y="2033803"/>
                  </a:lnTo>
                  <a:lnTo>
                    <a:pt x="74383" y="2033816"/>
                  </a:lnTo>
                  <a:lnTo>
                    <a:pt x="57073" y="2033739"/>
                  </a:lnTo>
                  <a:lnTo>
                    <a:pt x="39700" y="2033917"/>
                  </a:lnTo>
                  <a:lnTo>
                    <a:pt x="20561" y="2034679"/>
                  </a:lnTo>
                  <a:lnTo>
                    <a:pt x="40068" y="2023414"/>
                  </a:lnTo>
                  <a:lnTo>
                    <a:pt x="57721" y="2012391"/>
                  </a:lnTo>
                  <a:lnTo>
                    <a:pt x="74993" y="2001253"/>
                  </a:lnTo>
                  <a:lnTo>
                    <a:pt x="93332" y="1989632"/>
                  </a:lnTo>
                  <a:lnTo>
                    <a:pt x="93332" y="1976602"/>
                  </a:lnTo>
                  <a:close/>
                </a:path>
                <a:path w="103505" h="2195829">
                  <a:moveTo>
                    <a:pt x="93332" y="1727720"/>
                  </a:moveTo>
                  <a:lnTo>
                    <a:pt x="59944" y="1745919"/>
                  </a:lnTo>
                  <a:lnTo>
                    <a:pt x="57988" y="1746986"/>
                  </a:lnTo>
                  <a:lnTo>
                    <a:pt x="54229" y="1739925"/>
                  </a:lnTo>
                  <a:lnTo>
                    <a:pt x="50253" y="1736280"/>
                  </a:lnTo>
                  <a:lnTo>
                    <a:pt x="50253" y="1747278"/>
                  </a:lnTo>
                  <a:lnTo>
                    <a:pt x="50253" y="1778812"/>
                  </a:lnTo>
                  <a:lnTo>
                    <a:pt x="17043" y="1778812"/>
                  </a:lnTo>
                  <a:lnTo>
                    <a:pt x="17043" y="1760943"/>
                  </a:lnTo>
                  <a:lnTo>
                    <a:pt x="18249" y="1752206"/>
                  </a:lnTo>
                  <a:lnTo>
                    <a:pt x="21666" y="1746326"/>
                  </a:lnTo>
                  <a:lnTo>
                    <a:pt x="26987" y="1743011"/>
                  </a:lnTo>
                  <a:lnTo>
                    <a:pt x="33934" y="1741970"/>
                  </a:lnTo>
                  <a:lnTo>
                    <a:pt x="44030" y="1741970"/>
                  </a:lnTo>
                  <a:lnTo>
                    <a:pt x="50253" y="1747278"/>
                  </a:lnTo>
                  <a:lnTo>
                    <a:pt x="50253" y="1736280"/>
                  </a:lnTo>
                  <a:lnTo>
                    <a:pt x="48818" y="1734959"/>
                  </a:lnTo>
                  <a:lnTo>
                    <a:pt x="41973" y="1732038"/>
                  </a:lnTo>
                  <a:lnTo>
                    <a:pt x="33934" y="1731073"/>
                  </a:lnTo>
                  <a:lnTo>
                    <a:pt x="23317" y="1732826"/>
                  </a:lnTo>
                  <a:lnTo>
                    <a:pt x="17043" y="1736839"/>
                  </a:lnTo>
                  <a:lnTo>
                    <a:pt x="14922" y="1738198"/>
                  </a:lnTo>
                  <a:lnTo>
                    <a:pt x="9398" y="1747316"/>
                  </a:lnTo>
                  <a:lnTo>
                    <a:pt x="7416" y="1760359"/>
                  </a:lnTo>
                  <a:lnTo>
                    <a:pt x="7416" y="1789772"/>
                  </a:lnTo>
                  <a:lnTo>
                    <a:pt x="93332" y="1789772"/>
                  </a:lnTo>
                  <a:lnTo>
                    <a:pt x="93332" y="1778812"/>
                  </a:lnTo>
                  <a:lnTo>
                    <a:pt x="59944" y="1778812"/>
                  </a:lnTo>
                  <a:lnTo>
                    <a:pt x="59944" y="1758289"/>
                  </a:lnTo>
                  <a:lnTo>
                    <a:pt x="93332" y="1740408"/>
                  </a:lnTo>
                  <a:lnTo>
                    <a:pt x="93332" y="1727720"/>
                  </a:lnTo>
                  <a:close/>
                </a:path>
                <a:path w="103505" h="2195829">
                  <a:moveTo>
                    <a:pt x="94488" y="1845246"/>
                  </a:moveTo>
                  <a:lnTo>
                    <a:pt x="91427" y="1830006"/>
                  </a:lnTo>
                  <a:lnTo>
                    <a:pt x="84340" y="1820252"/>
                  </a:lnTo>
                  <a:lnTo>
                    <a:pt x="84340" y="1845246"/>
                  </a:lnTo>
                  <a:lnTo>
                    <a:pt x="82118" y="1856066"/>
                  </a:lnTo>
                  <a:lnTo>
                    <a:pt x="75603" y="1864791"/>
                  </a:lnTo>
                  <a:lnTo>
                    <a:pt x="64973" y="1870621"/>
                  </a:lnTo>
                  <a:lnTo>
                    <a:pt x="50431" y="1872754"/>
                  </a:lnTo>
                  <a:lnTo>
                    <a:pt x="35801" y="1870608"/>
                  </a:lnTo>
                  <a:lnTo>
                    <a:pt x="25133" y="1864766"/>
                  </a:lnTo>
                  <a:lnTo>
                    <a:pt x="18618" y="1856028"/>
                  </a:lnTo>
                  <a:lnTo>
                    <a:pt x="16408" y="1845246"/>
                  </a:lnTo>
                  <a:lnTo>
                    <a:pt x="18618" y="1834489"/>
                  </a:lnTo>
                  <a:lnTo>
                    <a:pt x="25133" y="1825802"/>
                  </a:lnTo>
                  <a:lnTo>
                    <a:pt x="35801" y="1819973"/>
                  </a:lnTo>
                  <a:lnTo>
                    <a:pt x="50431" y="1817852"/>
                  </a:lnTo>
                  <a:lnTo>
                    <a:pt x="64973" y="1819973"/>
                  </a:lnTo>
                  <a:lnTo>
                    <a:pt x="75603" y="1825790"/>
                  </a:lnTo>
                  <a:lnTo>
                    <a:pt x="82118" y="1834489"/>
                  </a:lnTo>
                  <a:lnTo>
                    <a:pt x="84340" y="1845246"/>
                  </a:lnTo>
                  <a:lnTo>
                    <a:pt x="84340" y="1820252"/>
                  </a:lnTo>
                  <a:lnTo>
                    <a:pt x="82664" y="1817954"/>
                  </a:lnTo>
                  <a:lnTo>
                    <a:pt x="68795" y="1810042"/>
                  </a:lnTo>
                  <a:lnTo>
                    <a:pt x="50431" y="1807184"/>
                  </a:lnTo>
                  <a:lnTo>
                    <a:pt x="32016" y="1810042"/>
                  </a:lnTo>
                  <a:lnTo>
                    <a:pt x="18110" y="1817954"/>
                  </a:lnTo>
                  <a:lnTo>
                    <a:pt x="16408" y="1820303"/>
                  </a:lnTo>
                  <a:lnTo>
                    <a:pt x="9321" y="1830006"/>
                  </a:lnTo>
                  <a:lnTo>
                    <a:pt x="6261" y="1845246"/>
                  </a:lnTo>
                  <a:lnTo>
                    <a:pt x="9321" y="1860499"/>
                  </a:lnTo>
                  <a:lnTo>
                    <a:pt x="18110" y="1872589"/>
                  </a:lnTo>
                  <a:lnTo>
                    <a:pt x="32016" y="1880552"/>
                  </a:lnTo>
                  <a:lnTo>
                    <a:pt x="50431" y="1883422"/>
                  </a:lnTo>
                  <a:lnTo>
                    <a:pt x="68795" y="1880552"/>
                  </a:lnTo>
                  <a:lnTo>
                    <a:pt x="82664" y="1872589"/>
                  </a:lnTo>
                  <a:lnTo>
                    <a:pt x="91427" y="1860499"/>
                  </a:lnTo>
                  <a:lnTo>
                    <a:pt x="94488" y="1845246"/>
                  </a:lnTo>
                  <a:close/>
                </a:path>
                <a:path w="103505" h="2195829">
                  <a:moveTo>
                    <a:pt x="94830" y="2164067"/>
                  </a:moveTo>
                  <a:lnTo>
                    <a:pt x="92913" y="2150834"/>
                  </a:lnTo>
                  <a:lnTo>
                    <a:pt x="87655" y="2141029"/>
                  </a:lnTo>
                  <a:lnTo>
                    <a:pt x="79743" y="2134959"/>
                  </a:lnTo>
                  <a:lnTo>
                    <a:pt x="69926" y="2132876"/>
                  </a:lnTo>
                  <a:lnTo>
                    <a:pt x="59804" y="2135378"/>
                  </a:lnTo>
                  <a:lnTo>
                    <a:pt x="52984" y="2141588"/>
                  </a:lnTo>
                  <a:lnTo>
                    <a:pt x="48691" y="2149513"/>
                  </a:lnTo>
                  <a:lnTo>
                    <a:pt x="46164" y="2157209"/>
                  </a:lnTo>
                  <a:lnTo>
                    <a:pt x="42062" y="2172093"/>
                  </a:lnTo>
                  <a:lnTo>
                    <a:pt x="38900" y="2182177"/>
                  </a:lnTo>
                  <a:lnTo>
                    <a:pt x="21831" y="2182177"/>
                  </a:lnTo>
                  <a:lnTo>
                    <a:pt x="15951" y="2174798"/>
                  </a:lnTo>
                  <a:lnTo>
                    <a:pt x="15951" y="2153462"/>
                  </a:lnTo>
                  <a:lnTo>
                    <a:pt x="20739" y="2145741"/>
                  </a:lnTo>
                  <a:lnTo>
                    <a:pt x="29095" y="2144750"/>
                  </a:lnTo>
                  <a:lnTo>
                    <a:pt x="29095" y="2134031"/>
                  </a:lnTo>
                  <a:lnTo>
                    <a:pt x="20053" y="2136444"/>
                  </a:lnTo>
                  <a:lnTo>
                    <a:pt x="12814" y="2142515"/>
                  </a:lnTo>
                  <a:lnTo>
                    <a:pt x="8001" y="2151672"/>
                  </a:lnTo>
                  <a:lnTo>
                    <a:pt x="6261" y="2163318"/>
                  </a:lnTo>
                  <a:lnTo>
                    <a:pt x="7988" y="2174938"/>
                  </a:lnTo>
                  <a:lnTo>
                    <a:pt x="12890" y="2184311"/>
                  </a:lnTo>
                  <a:lnTo>
                    <a:pt x="20510" y="2190572"/>
                  </a:lnTo>
                  <a:lnTo>
                    <a:pt x="30416" y="2192845"/>
                  </a:lnTo>
                  <a:lnTo>
                    <a:pt x="38150" y="2191359"/>
                  </a:lnTo>
                  <a:lnTo>
                    <a:pt x="44335" y="2187054"/>
                  </a:lnTo>
                  <a:lnTo>
                    <a:pt x="49174" y="2180171"/>
                  </a:lnTo>
                  <a:lnTo>
                    <a:pt x="52857" y="2170938"/>
                  </a:lnTo>
                  <a:lnTo>
                    <a:pt x="55181" y="2162213"/>
                  </a:lnTo>
                  <a:lnTo>
                    <a:pt x="58102" y="2153221"/>
                  </a:lnTo>
                  <a:lnTo>
                    <a:pt x="62611" y="2146236"/>
                  </a:lnTo>
                  <a:lnTo>
                    <a:pt x="69748" y="2143544"/>
                  </a:lnTo>
                  <a:lnTo>
                    <a:pt x="76009" y="2145119"/>
                  </a:lnTo>
                  <a:lnTo>
                    <a:pt x="80822" y="2149437"/>
                  </a:lnTo>
                  <a:lnTo>
                    <a:pt x="83934" y="2155952"/>
                  </a:lnTo>
                  <a:lnTo>
                    <a:pt x="85026" y="2164067"/>
                  </a:lnTo>
                  <a:lnTo>
                    <a:pt x="85026" y="2174163"/>
                  </a:lnTo>
                  <a:lnTo>
                    <a:pt x="80594" y="2183155"/>
                  </a:lnTo>
                  <a:lnTo>
                    <a:pt x="70840" y="2184019"/>
                  </a:lnTo>
                  <a:lnTo>
                    <a:pt x="70840" y="2195271"/>
                  </a:lnTo>
                  <a:lnTo>
                    <a:pt x="80670" y="2192604"/>
                  </a:lnTo>
                  <a:lnTo>
                    <a:pt x="88239" y="2186292"/>
                  </a:lnTo>
                  <a:lnTo>
                    <a:pt x="93116" y="2176665"/>
                  </a:lnTo>
                  <a:lnTo>
                    <a:pt x="94830" y="2164067"/>
                  </a:lnTo>
                  <a:close/>
                </a:path>
                <a:path w="103505" h="2195829">
                  <a:moveTo>
                    <a:pt x="94830" y="1928342"/>
                  </a:moveTo>
                  <a:lnTo>
                    <a:pt x="92913" y="1915096"/>
                  </a:lnTo>
                  <a:lnTo>
                    <a:pt x="87655" y="1905304"/>
                  </a:lnTo>
                  <a:lnTo>
                    <a:pt x="79743" y="1899234"/>
                  </a:lnTo>
                  <a:lnTo>
                    <a:pt x="69926" y="1897138"/>
                  </a:lnTo>
                  <a:lnTo>
                    <a:pt x="59804" y="1899653"/>
                  </a:lnTo>
                  <a:lnTo>
                    <a:pt x="52984" y="1905850"/>
                  </a:lnTo>
                  <a:lnTo>
                    <a:pt x="48691" y="1913788"/>
                  </a:lnTo>
                  <a:lnTo>
                    <a:pt x="46164" y="1921484"/>
                  </a:lnTo>
                  <a:lnTo>
                    <a:pt x="42062" y="1936356"/>
                  </a:lnTo>
                  <a:lnTo>
                    <a:pt x="38900" y="1946452"/>
                  </a:lnTo>
                  <a:lnTo>
                    <a:pt x="21831" y="1946452"/>
                  </a:lnTo>
                  <a:lnTo>
                    <a:pt x="15951" y="1939061"/>
                  </a:lnTo>
                  <a:lnTo>
                    <a:pt x="15951" y="1917725"/>
                  </a:lnTo>
                  <a:lnTo>
                    <a:pt x="20739" y="1910003"/>
                  </a:lnTo>
                  <a:lnTo>
                    <a:pt x="29095" y="1909025"/>
                  </a:lnTo>
                  <a:lnTo>
                    <a:pt x="29095" y="1898294"/>
                  </a:lnTo>
                  <a:lnTo>
                    <a:pt x="20053" y="1900707"/>
                  </a:lnTo>
                  <a:lnTo>
                    <a:pt x="12814" y="1906778"/>
                  </a:lnTo>
                  <a:lnTo>
                    <a:pt x="8001" y="1915934"/>
                  </a:lnTo>
                  <a:lnTo>
                    <a:pt x="6261" y="1927593"/>
                  </a:lnTo>
                  <a:lnTo>
                    <a:pt x="7988" y="1939213"/>
                  </a:lnTo>
                  <a:lnTo>
                    <a:pt x="12890" y="1948586"/>
                  </a:lnTo>
                  <a:lnTo>
                    <a:pt x="20510" y="1954834"/>
                  </a:lnTo>
                  <a:lnTo>
                    <a:pt x="30416" y="1957120"/>
                  </a:lnTo>
                  <a:lnTo>
                    <a:pt x="38150" y="1955634"/>
                  </a:lnTo>
                  <a:lnTo>
                    <a:pt x="44335" y="1951329"/>
                  </a:lnTo>
                  <a:lnTo>
                    <a:pt x="49174" y="1944446"/>
                  </a:lnTo>
                  <a:lnTo>
                    <a:pt x="52857" y="1935200"/>
                  </a:lnTo>
                  <a:lnTo>
                    <a:pt x="55181" y="1926475"/>
                  </a:lnTo>
                  <a:lnTo>
                    <a:pt x="58102" y="1917484"/>
                  </a:lnTo>
                  <a:lnTo>
                    <a:pt x="62611" y="1910499"/>
                  </a:lnTo>
                  <a:lnTo>
                    <a:pt x="69748" y="1907806"/>
                  </a:lnTo>
                  <a:lnTo>
                    <a:pt x="76009" y="1909381"/>
                  </a:lnTo>
                  <a:lnTo>
                    <a:pt x="80822" y="1913712"/>
                  </a:lnTo>
                  <a:lnTo>
                    <a:pt x="83934" y="1920214"/>
                  </a:lnTo>
                  <a:lnTo>
                    <a:pt x="85026" y="1928342"/>
                  </a:lnTo>
                  <a:lnTo>
                    <a:pt x="85026" y="1938426"/>
                  </a:lnTo>
                  <a:lnTo>
                    <a:pt x="80594" y="1947430"/>
                  </a:lnTo>
                  <a:lnTo>
                    <a:pt x="70840" y="1948294"/>
                  </a:lnTo>
                  <a:lnTo>
                    <a:pt x="70840" y="1959533"/>
                  </a:lnTo>
                  <a:lnTo>
                    <a:pt x="80670" y="1956866"/>
                  </a:lnTo>
                  <a:lnTo>
                    <a:pt x="88239" y="1950554"/>
                  </a:lnTo>
                  <a:lnTo>
                    <a:pt x="93116" y="1940941"/>
                  </a:lnTo>
                  <a:lnTo>
                    <a:pt x="94830" y="1928342"/>
                  </a:lnTo>
                  <a:close/>
                </a:path>
                <a:path w="103505" h="2195829">
                  <a:moveTo>
                    <a:pt x="94830" y="1686267"/>
                  </a:moveTo>
                  <a:lnTo>
                    <a:pt x="92913" y="1673021"/>
                  </a:lnTo>
                  <a:lnTo>
                    <a:pt x="87655" y="1663230"/>
                  </a:lnTo>
                  <a:lnTo>
                    <a:pt x="79743" y="1657159"/>
                  </a:lnTo>
                  <a:lnTo>
                    <a:pt x="69926" y="1655064"/>
                  </a:lnTo>
                  <a:lnTo>
                    <a:pt x="59804" y="1657578"/>
                  </a:lnTo>
                  <a:lnTo>
                    <a:pt x="52984" y="1663776"/>
                  </a:lnTo>
                  <a:lnTo>
                    <a:pt x="48691" y="1671713"/>
                  </a:lnTo>
                  <a:lnTo>
                    <a:pt x="46164" y="1679397"/>
                  </a:lnTo>
                  <a:lnTo>
                    <a:pt x="42062" y="1694281"/>
                  </a:lnTo>
                  <a:lnTo>
                    <a:pt x="38900" y="1704378"/>
                  </a:lnTo>
                  <a:lnTo>
                    <a:pt x="21831" y="1704378"/>
                  </a:lnTo>
                  <a:lnTo>
                    <a:pt x="15951" y="1696986"/>
                  </a:lnTo>
                  <a:lnTo>
                    <a:pt x="15951" y="1675650"/>
                  </a:lnTo>
                  <a:lnTo>
                    <a:pt x="20739" y="1667929"/>
                  </a:lnTo>
                  <a:lnTo>
                    <a:pt x="29095" y="1666951"/>
                  </a:lnTo>
                  <a:lnTo>
                    <a:pt x="29095" y="1656219"/>
                  </a:lnTo>
                  <a:lnTo>
                    <a:pt x="20053" y="1658632"/>
                  </a:lnTo>
                  <a:lnTo>
                    <a:pt x="12814" y="1664703"/>
                  </a:lnTo>
                  <a:lnTo>
                    <a:pt x="8001" y="1673860"/>
                  </a:lnTo>
                  <a:lnTo>
                    <a:pt x="6261" y="1685518"/>
                  </a:lnTo>
                  <a:lnTo>
                    <a:pt x="7988" y="1697139"/>
                  </a:lnTo>
                  <a:lnTo>
                    <a:pt x="12890" y="1706511"/>
                  </a:lnTo>
                  <a:lnTo>
                    <a:pt x="20510" y="1712760"/>
                  </a:lnTo>
                  <a:lnTo>
                    <a:pt x="30416" y="1715046"/>
                  </a:lnTo>
                  <a:lnTo>
                    <a:pt x="38150" y="1713560"/>
                  </a:lnTo>
                  <a:lnTo>
                    <a:pt x="44335" y="1709254"/>
                  </a:lnTo>
                  <a:lnTo>
                    <a:pt x="49174" y="1702371"/>
                  </a:lnTo>
                  <a:lnTo>
                    <a:pt x="52857" y="1693125"/>
                  </a:lnTo>
                  <a:lnTo>
                    <a:pt x="55181" y="1684401"/>
                  </a:lnTo>
                  <a:lnTo>
                    <a:pt x="58102" y="1675409"/>
                  </a:lnTo>
                  <a:lnTo>
                    <a:pt x="62611" y="1668424"/>
                  </a:lnTo>
                  <a:lnTo>
                    <a:pt x="69748" y="1665732"/>
                  </a:lnTo>
                  <a:lnTo>
                    <a:pt x="76009" y="1667306"/>
                  </a:lnTo>
                  <a:lnTo>
                    <a:pt x="80822" y="1671637"/>
                  </a:lnTo>
                  <a:lnTo>
                    <a:pt x="83934" y="1678139"/>
                  </a:lnTo>
                  <a:lnTo>
                    <a:pt x="85026" y="1686267"/>
                  </a:lnTo>
                  <a:lnTo>
                    <a:pt x="85026" y="1696351"/>
                  </a:lnTo>
                  <a:lnTo>
                    <a:pt x="80594" y="1705356"/>
                  </a:lnTo>
                  <a:lnTo>
                    <a:pt x="70840" y="1706219"/>
                  </a:lnTo>
                  <a:lnTo>
                    <a:pt x="70840" y="1717459"/>
                  </a:lnTo>
                  <a:lnTo>
                    <a:pt x="80670" y="1714792"/>
                  </a:lnTo>
                  <a:lnTo>
                    <a:pt x="88239" y="1708480"/>
                  </a:lnTo>
                  <a:lnTo>
                    <a:pt x="93116" y="1698853"/>
                  </a:lnTo>
                  <a:lnTo>
                    <a:pt x="94830" y="1686267"/>
                  </a:lnTo>
                  <a:close/>
                </a:path>
                <a:path w="103505" h="2195829">
                  <a:moveTo>
                    <a:pt x="102882" y="649592"/>
                  </a:moveTo>
                  <a:lnTo>
                    <a:pt x="0" y="621919"/>
                  </a:lnTo>
                  <a:lnTo>
                    <a:pt x="0" y="631494"/>
                  </a:lnTo>
                  <a:lnTo>
                    <a:pt x="102882" y="659168"/>
                  </a:lnTo>
                  <a:lnTo>
                    <a:pt x="102882" y="649592"/>
                  </a:lnTo>
                  <a:close/>
                </a:path>
              </a:pathLst>
            </a:custGeom>
            <a:solidFill>
              <a:srgbClr val="000000"/>
            </a:solidFill>
          </p:spPr>
          <p:txBody>
            <a:bodyPr wrap="square" lIns="0" tIns="0" rIns="0" bIns="0" rtlCol="0"/>
            <a:lstStyle/>
            <a:p>
              <a:endParaRPr/>
            </a:p>
          </p:txBody>
        </p:sp>
        <p:pic>
          <p:nvPicPr>
            <p:cNvPr id="22" name="object 18">
              <a:extLst>
                <a:ext uri="{FF2B5EF4-FFF2-40B4-BE49-F238E27FC236}">
                  <a16:creationId xmlns:a16="http://schemas.microsoft.com/office/drawing/2014/main" id="{3A53F4A8-82A4-AAE6-D134-551C353B2ED5}"/>
                </a:ext>
              </a:extLst>
            </p:cNvPr>
            <p:cNvPicPr/>
            <p:nvPr/>
          </p:nvPicPr>
          <p:blipFill>
            <a:blip r:embed="rId4" cstate="print"/>
            <a:stretch>
              <a:fillRect/>
            </a:stretch>
          </p:blipFill>
          <p:spPr>
            <a:xfrm>
              <a:off x="2318427" y="6874125"/>
              <a:ext cx="88226" cy="380354"/>
            </a:xfrm>
            <a:prstGeom prst="rect">
              <a:avLst/>
            </a:prstGeom>
          </p:spPr>
        </p:pic>
        <p:pic>
          <p:nvPicPr>
            <p:cNvPr id="23" name="object 19">
              <a:extLst>
                <a:ext uri="{FF2B5EF4-FFF2-40B4-BE49-F238E27FC236}">
                  <a16:creationId xmlns:a16="http://schemas.microsoft.com/office/drawing/2014/main" id="{278DD7C0-4B10-03D1-0155-43C2D6C59C9E}"/>
                </a:ext>
              </a:extLst>
            </p:cNvPr>
            <p:cNvPicPr/>
            <p:nvPr/>
          </p:nvPicPr>
          <p:blipFill>
            <a:blip r:embed="rId5" cstate="print"/>
            <a:stretch>
              <a:fillRect/>
            </a:stretch>
          </p:blipFill>
          <p:spPr>
            <a:xfrm>
              <a:off x="2318427" y="6694040"/>
              <a:ext cx="88226" cy="159326"/>
            </a:xfrm>
            <a:prstGeom prst="rect">
              <a:avLst/>
            </a:prstGeom>
          </p:spPr>
        </p:pic>
        <p:pic>
          <p:nvPicPr>
            <p:cNvPr id="24" name="object 20">
              <a:extLst>
                <a:ext uri="{FF2B5EF4-FFF2-40B4-BE49-F238E27FC236}">
                  <a16:creationId xmlns:a16="http://schemas.microsoft.com/office/drawing/2014/main" id="{9BBFD102-248F-BFE7-525A-E3A834421DE4}"/>
                </a:ext>
              </a:extLst>
            </p:cNvPr>
            <p:cNvPicPr/>
            <p:nvPr/>
          </p:nvPicPr>
          <p:blipFill>
            <a:blip r:embed="rId6" cstate="print"/>
            <a:stretch>
              <a:fillRect/>
            </a:stretch>
          </p:blipFill>
          <p:spPr>
            <a:xfrm>
              <a:off x="2319580" y="9574373"/>
              <a:ext cx="85919" cy="286937"/>
            </a:xfrm>
            <a:prstGeom prst="rect">
              <a:avLst/>
            </a:prstGeom>
          </p:spPr>
        </p:pic>
        <p:sp>
          <p:nvSpPr>
            <p:cNvPr id="25" name="object 21">
              <a:extLst>
                <a:ext uri="{FF2B5EF4-FFF2-40B4-BE49-F238E27FC236}">
                  <a16:creationId xmlns:a16="http://schemas.microsoft.com/office/drawing/2014/main" id="{E4AFCBC9-3365-2B79-EEAF-02F3216C712F}"/>
                </a:ext>
              </a:extLst>
            </p:cNvPr>
            <p:cNvSpPr/>
            <p:nvPr/>
          </p:nvSpPr>
          <p:spPr>
            <a:xfrm>
              <a:off x="2318423" y="8994736"/>
              <a:ext cx="88900" cy="537210"/>
            </a:xfrm>
            <a:custGeom>
              <a:avLst/>
              <a:gdLst/>
              <a:ahLst/>
              <a:cxnLst/>
              <a:rect l="l" t="t" r="r" b="b"/>
              <a:pathLst>
                <a:path w="88900" h="537209">
                  <a:moveTo>
                    <a:pt x="87071" y="424180"/>
                  </a:moveTo>
                  <a:lnTo>
                    <a:pt x="10833" y="424180"/>
                  </a:lnTo>
                  <a:lnTo>
                    <a:pt x="10833" y="397256"/>
                  </a:lnTo>
                  <a:lnTo>
                    <a:pt x="1155" y="397256"/>
                  </a:lnTo>
                  <a:lnTo>
                    <a:pt x="1155" y="462178"/>
                  </a:lnTo>
                  <a:lnTo>
                    <a:pt x="10833" y="462178"/>
                  </a:lnTo>
                  <a:lnTo>
                    <a:pt x="10833" y="435140"/>
                  </a:lnTo>
                  <a:lnTo>
                    <a:pt x="87071" y="435140"/>
                  </a:lnTo>
                  <a:lnTo>
                    <a:pt x="87071" y="424180"/>
                  </a:lnTo>
                  <a:close/>
                </a:path>
                <a:path w="88900" h="537209">
                  <a:moveTo>
                    <a:pt x="87071" y="232384"/>
                  </a:moveTo>
                  <a:lnTo>
                    <a:pt x="53682" y="250583"/>
                  </a:lnTo>
                  <a:lnTo>
                    <a:pt x="51727" y="251650"/>
                  </a:lnTo>
                  <a:lnTo>
                    <a:pt x="47967" y="244589"/>
                  </a:lnTo>
                  <a:lnTo>
                    <a:pt x="43992" y="240944"/>
                  </a:lnTo>
                  <a:lnTo>
                    <a:pt x="43992" y="251942"/>
                  </a:lnTo>
                  <a:lnTo>
                    <a:pt x="43992" y="283476"/>
                  </a:lnTo>
                  <a:lnTo>
                    <a:pt x="10782" y="283476"/>
                  </a:lnTo>
                  <a:lnTo>
                    <a:pt x="10782" y="265607"/>
                  </a:lnTo>
                  <a:lnTo>
                    <a:pt x="11988" y="256870"/>
                  </a:lnTo>
                  <a:lnTo>
                    <a:pt x="15405" y="250990"/>
                  </a:lnTo>
                  <a:lnTo>
                    <a:pt x="20726" y="247675"/>
                  </a:lnTo>
                  <a:lnTo>
                    <a:pt x="27673" y="246634"/>
                  </a:lnTo>
                  <a:lnTo>
                    <a:pt x="37769" y="246634"/>
                  </a:lnTo>
                  <a:lnTo>
                    <a:pt x="43992" y="251942"/>
                  </a:lnTo>
                  <a:lnTo>
                    <a:pt x="43992" y="240944"/>
                  </a:lnTo>
                  <a:lnTo>
                    <a:pt x="42557" y="239623"/>
                  </a:lnTo>
                  <a:lnTo>
                    <a:pt x="35712" y="236702"/>
                  </a:lnTo>
                  <a:lnTo>
                    <a:pt x="27673" y="235737"/>
                  </a:lnTo>
                  <a:lnTo>
                    <a:pt x="17056" y="237490"/>
                  </a:lnTo>
                  <a:lnTo>
                    <a:pt x="10782" y="241503"/>
                  </a:lnTo>
                  <a:lnTo>
                    <a:pt x="8661" y="242862"/>
                  </a:lnTo>
                  <a:lnTo>
                    <a:pt x="3136" y="251980"/>
                  </a:lnTo>
                  <a:lnTo>
                    <a:pt x="1155" y="265023"/>
                  </a:lnTo>
                  <a:lnTo>
                    <a:pt x="1155" y="294436"/>
                  </a:lnTo>
                  <a:lnTo>
                    <a:pt x="87071" y="294436"/>
                  </a:lnTo>
                  <a:lnTo>
                    <a:pt x="87071" y="283476"/>
                  </a:lnTo>
                  <a:lnTo>
                    <a:pt x="53682" y="283476"/>
                  </a:lnTo>
                  <a:lnTo>
                    <a:pt x="53682" y="262953"/>
                  </a:lnTo>
                  <a:lnTo>
                    <a:pt x="87071" y="245071"/>
                  </a:lnTo>
                  <a:lnTo>
                    <a:pt x="87071" y="232384"/>
                  </a:lnTo>
                  <a:close/>
                </a:path>
                <a:path w="88900" h="537209">
                  <a:moveTo>
                    <a:pt x="87071" y="150329"/>
                  </a:moveTo>
                  <a:lnTo>
                    <a:pt x="63080" y="159156"/>
                  </a:lnTo>
                  <a:lnTo>
                    <a:pt x="53505" y="162674"/>
                  </a:lnTo>
                  <a:lnTo>
                    <a:pt x="53505" y="173863"/>
                  </a:lnTo>
                  <a:lnTo>
                    <a:pt x="53505" y="202514"/>
                  </a:lnTo>
                  <a:lnTo>
                    <a:pt x="33362" y="195541"/>
                  </a:lnTo>
                  <a:lnTo>
                    <a:pt x="23279" y="192290"/>
                  </a:lnTo>
                  <a:lnTo>
                    <a:pt x="9918" y="188328"/>
                  </a:lnTo>
                  <a:lnTo>
                    <a:pt x="23495" y="184251"/>
                  </a:lnTo>
                  <a:lnTo>
                    <a:pt x="33362" y="181038"/>
                  </a:lnTo>
                  <a:lnTo>
                    <a:pt x="42608" y="177774"/>
                  </a:lnTo>
                  <a:lnTo>
                    <a:pt x="53505" y="173863"/>
                  </a:lnTo>
                  <a:lnTo>
                    <a:pt x="53505" y="162674"/>
                  </a:lnTo>
                  <a:lnTo>
                    <a:pt x="9918" y="178714"/>
                  </a:lnTo>
                  <a:lnTo>
                    <a:pt x="1155" y="181927"/>
                  </a:lnTo>
                  <a:lnTo>
                    <a:pt x="1155" y="194614"/>
                  </a:lnTo>
                  <a:lnTo>
                    <a:pt x="87071" y="225818"/>
                  </a:lnTo>
                  <a:lnTo>
                    <a:pt x="87071" y="214172"/>
                  </a:lnTo>
                  <a:lnTo>
                    <a:pt x="63080" y="205867"/>
                  </a:lnTo>
                  <a:lnTo>
                    <a:pt x="63080" y="170459"/>
                  </a:lnTo>
                  <a:lnTo>
                    <a:pt x="87071" y="161861"/>
                  </a:lnTo>
                  <a:lnTo>
                    <a:pt x="87071" y="150329"/>
                  </a:lnTo>
                  <a:close/>
                </a:path>
                <a:path w="88900" h="537209">
                  <a:moveTo>
                    <a:pt x="87071" y="0"/>
                  </a:moveTo>
                  <a:lnTo>
                    <a:pt x="77381" y="0"/>
                  </a:lnTo>
                  <a:lnTo>
                    <a:pt x="77381" y="41922"/>
                  </a:lnTo>
                  <a:lnTo>
                    <a:pt x="48552" y="41922"/>
                  </a:lnTo>
                  <a:lnTo>
                    <a:pt x="48552" y="3352"/>
                  </a:lnTo>
                  <a:lnTo>
                    <a:pt x="38862" y="3352"/>
                  </a:lnTo>
                  <a:lnTo>
                    <a:pt x="38862" y="41922"/>
                  </a:lnTo>
                  <a:lnTo>
                    <a:pt x="10833" y="41922"/>
                  </a:lnTo>
                  <a:lnTo>
                    <a:pt x="10833" y="520"/>
                  </a:lnTo>
                  <a:lnTo>
                    <a:pt x="1155" y="520"/>
                  </a:lnTo>
                  <a:lnTo>
                    <a:pt x="1155" y="52882"/>
                  </a:lnTo>
                  <a:lnTo>
                    <a:pt x="87071" y="52882"/>
                  </a:lnTo>
                  <a:lnTo>
                    <a:pt x="87071" y="0"/>
                  </a:lnTo>
                  <a:close/>
                </a:path>
                <a:path w="88900" h="537209">
                  <a:moveTo>
                    <a:pt x="88226" y="349910"/>
                  </a:moveTo>
                  <a:lnTo>
                    <a:pt x="85166" y="334670"/>
                  </a:lnTo>
                  <a:lnTo>
                    <a:pt x="78079" y="324916"/>
                  </a:lnTo>
                  <a:lnTo>
                    <a:pt x="78079" y="349910"/>
                  </a:lnTo>
                  <a:lnTo>
                    <a:pt x="75857" y="360730"/>
                  </a:lnTo>
                  <a:lnTo>
                    <a:pt x="69342" y="369455"/>
                  </a:lnTo>
                  <a:lnTo>
                    <a:pt x="58712" y="375285"/>
                  </a:lnTo>
                  <a:lnTo>
                    <a:pt x="44170" y="377418"/>
                  </a:lnTo>
                  <a:lnTo>
                    <a:pt x="29540" y="375272"/>
                  </a:lnTo>
                  <a:lnTo>
                    <a:pt x="18872" y="369430"/>
                  </a:lnTo>
                  <a:lnTo>
                    <a:pt x="12357" y="360692"/>
                  </a:lnTo>
                  <a:lnTo>
                    <a:pt x="10147" y="349910"/>
                  </a:lnTo>
                  <a:lnTo>
                    <a:pt x="12357" y="339153"/>
                  </a:lnTo>
                  <a:lnTo>
                    <a:pt x="18872" y="330466"/>
                  </a:lnTo>
                  <a:lnTo>
                    <a:pt x="29540" y="324637"/>
                  </a:lnTo>
                  <a:lnTo>
                    <a:pt x="44170" y="322516"/>
                  </a:lnTo>
                  <a:lnTo>
                    <a:pt x="58712" y="324637"/>
                  </a:lnTo>
                  <a:lnTo>
                    <a:pt x="69342" y="330454"/>
                  </a:lnTo>
                  <a:lnTo>
                    <a:pt x="75857" y="339153"/>
                  </a:lnTo>
                  <a:lnTo>
                    <a:pt x="78079" y="349910"/>
                  </a:lnTo>
                  <a:lnTo>
                    <a:pt x="78079" y="324916"/>
                  </a:lnTo>
                  <a:lnTo>
                    <a:pt x="76403" y="322618"/>
                  </a:lnTo>
                  <a:lnTo>
                    <a:pt x="62534" y="314706"/>
                  </a:lnTo>
                  <a:lnTo>
                    <a:pt x="44170" y="311848"/>
                  </a:lnTo>
                  <a:lnTo>
                    <a:pt x="25755" y="314706"/>
                  </a:lnTo>
                  <a:lnTo>
                    <a:pt x="11849" y="322618"/>
                  </a:lnTo>
                  <a:lnTo>
                    <a:pt x="10147" y="324967"/>
                  </a:lnTo>
                  <a:lnTo>
                    <a:pt x="3060" y="334670"/>
                  </a:lnTo>
                  <a:lnTo>
                    <a:pt x="0" y="349910"/>
                  </a:lnTo>
                  <a:lnTo>
                    <a:pt x="3060" y="365163"/>
                  </a:lnTo>
                  <a:lnTo>
                    <a:pt x="11849" y="377253"/>
                  </a:lnTo>
                  <a:lnTo>
                    <a:pt x="25755" y="385216"/>
                  </a:lnTo>
                  <a:lnTo>
                    <a:pt x="44170" y="388086"/>
                  </a:lnTo>
                  <a:lnTo>
                    <a:pt x="62534" y="385216"/>
                  </a:lnTo>
                  <a:lnTo>
                    <a:pt x="76403" y="377253"/>
                  </a:lnTo>
                  <a:lnTo>
                    <a:pt x="85166" y="365163"/>
                  </a:lnTo>
                  <a:lnTo>
                    <a:pt x="88226" y="349910"/>
                  </a:lnTo>
                  <a:close/>
                </a:path>
                <a:path w="88900" h="537209">
                  <a:moveTo>
                    <a:pt x="88226" y="105879"/>
                  </a:moveTo>
                  <a:lnTo>
                    <a:pt x="85763" y="91732"/>
                  </a:lnTo>
                  <a:lnTo>
                    <a:pt x="78752" y="80581"/>
                  </a:lnTo>
                  <a:lnTo>
                    <a:pt x="67741" y="73266"/>
                  </a:lnTo>
                  <a:lnTo>
                    <a:pt x="53276" y="70637"/>
                  </a:lnTo>
                  <a:lnTo>
                    <a:pt x="43878" y="70637"/>
                  </a:lnTo>
                  <a:lnTo>
                    <a:pt x="43878" y="103619"/>
                  </a:lnTo>
                  <a:lnTo>
                    <a:pt x="53454" y="103619"/>
                  </a:lnTo>
                  <a:lnTo>
                    <a:pt x="53454" y="81368"/>
                  </a:lnTo>
                  <a:lnTo>
                    <a:pt x="63677" y="83299"/>
                  </a:lnTo>
                  <a:lnTo>
                    <a:pt x="71424" y="88341"/>
                  </a:lnTo>
                  <a:lnTo>
                    <a:pt x="76352" y="96024"/>
                  </a:lnTo>
                  <a:lnTo>
                    <a:pt x="78079" y="105879"/>
                  </a:lnTo>
                  <a:lnTo>
                    <a:pt x="75857" y="116878"/>
                  </a:lnTo>
                  <a:lnTo>
                    <a:pt x="69342" y="125691"/>
                  </a:lnTo>
                  <a:lnTo>
                    <a:pt x="58712" y="131546"/>
                  </a:lnTo>
                  <a:lnTo>
                    <a:pt x="44170" y="133667"/>
                  </a:lnTo>
                  <a:lnTo>
                    <a:pt x="29540" y="131546"/>
                  </a:lnTo>
                  <a:lnTo>
                    <a:pt x="18872" y="125755"/>
                  </a:lnTo>
                  <a:lnTo>
                    <a:pt x="12357" y="117132"/>
                  </a:lnTo>
                  <a:lnTo>
                    <a:pt x="10147" y="106514"/>
                  </a:lnTo>
                  <a:lnTo>
                    <a:pt x="11404" y="98132"/>
                  </a:lnTo>
                  <a:lnTo>
                    <a:pt x="14986" y="91300"/>
                  </a:lnTo>
                  <a:lnTo>
                    <a:pt x="20637" y="86093"/>
                  </a:lnTo>
                  <a:lnTo>
                    <a:pt x="28079" y="82575"/>
                  </a:lnTo>
                  <a:lnTo>
                    <a:pt x="28079" y="71272"/>
                  </a:lnTo>
                  <a:lnTo>
                    <a:pt x="16662" y="75552"/>
                  </a:lnTo>
                  <a:lnTo>
                    <a:pt x="7785" y="83273"/>
                  </a:lnTo>
                  <a:lnTo>
                    <a:pt x="2044" y="93827"/>
                  </a:lnTo>
                  <a:lnTo>
                    <a:pt x="0" y="106565"/>
                  </a:lnTo>
                  <a:lnTo>
                    <a:pt x="3060" y="121754"/>
                  </a:lnTo>
                  <a:lnTo>
                    <a:pt x="11849" y="133705"/>
                  </a:lnTo>
                  <a:lnTo>
                    <a:pt x="25755" y="141528"/>
                  </a:lnTo>
                  <a:lnTo>
                    <a:pt x="44170" y="144335"/>
                  </a:lnTo>
                  <a:lnTo>
                    <a:pt x="62509" y="141554"/>
                  </a:lnTo>
                  <a:lnTo>
                    <a:pt x="76377" y="133705"/>
                  </a:lnTo>
                  <a:lnTo>
                    <a:pt x="85166" y="121564"/>
                  </a:lnTo>
                  <a:lnTo>
                    <a:pt x="88226" y="105879"/>
                  </a:lnTo>
                  <a:close/>
                </a:path>
                <a:path w="88900" h="537209">
                  <a:moveTo>
                    <a:pt x="88569" y="505714"/>
                  </a:moveTo>
                  <a:lnTo>
                    <a:pt x="86652" y="492480"/>
                  </a:lnTo>
                  <a:lnTo>
                    <a:pt x="81394" y="482676"/>
                  </a:lnTo>
                  <a:lnTo>
                    <a:pt x="73482" y="476605"/>
                  </a:lnTo>
                  <a:lnTo>
                    <a:pt x="63665" y="474522"/>
                  </a:lnTo>
                  <a:lnTo>
                    <a:pt x="53543" y="477024"/>
                  </a:lnTo>
                  <a:lnTo>
                    <a:pt x="46723" y="483235"/>
                  </a:lnTo>
                  <a:lnTo>
                    <a:pt x="42430" y="491159"/>
                  </a:lnTo>
                  <a:lnTo>
                    <a:pt x="39903" y="498856"/>
                  </a:lnTo>
                  <a:lnTo>
                    <a:pt x="35801" y="513740"/>
                  </a:lnTo>
                  <a:lnTo>
                    <a:pt x="32639" y="523824"/>
                  </a:lnTo>
                  <a:lnTo>
                    <a:pt x="15570" y="523824"/>
                  </a:lnTo>
                  <a:lnTo>
                    <a:pt x="9690" y="516445"/>
                  </a:lnTo>
                  <a:lnTo>
                    <a:pt x="9690" y="495109"/>
                  </a:lnTo>
                  <a:lnTo>
                    <a:pt x="14478" y="487387"/>
                  </a:lnTo>
                  <a:lnTo>
                    <a:pt x="22834" y="486397"/>
                  </a:lnTo>
                  <a:lnTo>
                    <a:pt x="22834" y="475678"/>
                  </a:lnTo>
                  <a:lnTo>
                    <a:pt x="13792" y="478091"/>
                  </a:lnTo>
                  <a:lnTo>
                    <a:pt x="6553" y="484162"/>
                  </a:lnTo>
                  <a:lnTo>
                    <a:pt x="1739" y="493318"/>
                  </a:lnTo>
                  <a:lnTo>
                    <a:pt x="0" y="504964"/>
                  </a:lnTo>
                  <a:lnTo>
                    <a:pt x="1727" y="516585"/>
                  </a:lnTo>
                  <a:lnTo>
                    <a:pt x="6629" y="525957"/>
                  </a:lnTo>
                  <a:lnTo>
                    <a:pt x="14249" y="532218"/>
                  </a:lnTo>
                  <a:lnTo>
                    <a:pt x="24155" y="534492"/>
                  </a:lnTo>
                  <a:lnTo>
                    <a:pt x="31889" y="533006"/>
                  </a:lnTo>
                  <a:lnTo>
                    <a:pt x="38074" y="528701"/>
                  </a:lnTo>
                  <a:lnTo>
                    <a:pt x="42913" y="521817"/>
                  </a:lnTo>
                  <a:lnTo>
                    <a:pt x="46596" y="512584"/>
                  </a:lnTo>
                  <a:lnTo>
                    <a:pt x="48920" y="503859"/>
                  </a:lnTo>
                  <a:lnTo>
                    <a:pt x="51841" y="494868"/>
                  </a:lnTo>
                  <a:lnTo>
                    <a:pt x="56349" y="487883"/>
                  </a:lnTo>
                  <a:lnTo>
                    <a:pt x="63487" y="485190"/>
                  </a:lnTo>
                  <a:lnTo>
                    <a:pt x="69748" y="486765"/>
                  </a:lnTo>
                  <a:lnTo>
                    <a:pt x="74561" y="491083"/>
                  </a:lnTo>
                  <a:lnTo>
                    <a:pt x="77673" y="497598"/>
                  </a:lnTo>
                  <a:lnTo>
                    <a:pt x="78765" y="505714"/>
                  </a:lnTo>
                  <a:lnTo>
                    <a:pt x="78765" y="515810"/>
                  </a:lnTo>
                  <a:lnTo>
                    <a:pt x="74333" y="524802"/>
                  </a:lnTo>
                  <a:lnTo>
                    <a:pt x="64579" y="525665"/>
                  </a:lnTo>
                  <a:lnTo>
                    <a:pt x="64579" y="536917"/>
                  </a:lnTo>
                  <a:lnTo>
                    <a:pt x="74409" y="534250"/>
                  </a:lnTo>
                  <a:lnTo>
                    <a:pt x="81978" y="527939"/>
                  </a:lnTo>
                  <a:lnTo>
                    <a:pt x="86855" y="518312"/>
                  </a:lnTo>
                  <a:lnTo>
                    <a:pt x="88569" y="505714"/>
                  </a:lnTo>
                  <a:close/>
                </a:path>
              </a:pathLst>
            </a:custGeom>
            <a:solidFill>
              <a:srgbClr val="000000"/>
            </a:solidFill>
          </p:spPr>
          <p:txBody>
            <a:bodyPr wrap="square" lIns="0" tIns="0" rIns="0" bIns="0" rtlCol="0"/>
            <a:lstStyle/>
            <a:p>
              <a:endParaRPr/>
            </a:p>
          </p:txBody>
        </p:sp>
        <p:pic>
          <p:nvPicPr>
            <p:cNvPr id="26" name="object 22">
              <a:extLst>
                <a:ext uri="{FF2B5EF4-FFF2-40B4-BE49-F238E27FC236}">
                  <a16:creationId xmlns:a16="http://schemas.microsoft.com/office/drawing/2014/main" id="{6A8596E0-E7EF-0954-2AB9-917E4853FD88}"/>
                </a:ext>
              </a:extLst>
            </p:cNvPr>
            <p:cNvPicPr/>
            <p:nvPr/>
          </p:nvPicPr>
          <p:blipFill>
            <a:blip r:embed="rId7" cstate="print"/>
            <a:stretch>
              <a:fillRect/>
            </a:stretch>
          </p:blipFill>
          <p:spPr>
            <a:xfrm>
              <a:off x="2318941" y="10601278"/>
              <a:ext cx="88457" cy="396788"/>
            </a:xfrm>
            <a:prstGeom prst="rect">
              <a:avLst/>
            </a:prstGeom>
          </p:spPr>
        </p:pic>
        <p:pic>
          <p:nvPicPr>
            <p:cNvPr id="27" name="object 23">
              <a:extLst>
                <a:ext uri="{FF2B5EF4-FFF2-40B4-BE49-F238E27FC236}">
                  <a16:creationId xmlns:a16="http://schemas.microsoft.com/office/drawing/2014/main" id="{04470695-5B36-0E70-366D-33F669FE3123}"/>
                </a:ext>
              </a:extLst>
            </p:cNvPr>
            <p:cNvPicPr/>
            <p:nvPr/>
          </p:nvPicPr>
          <p:blipFill>
            <a:blip r:embed="rId8" cstate="print"/>
            <a:stretch>
              <a:fillRect/>
            </a:stretch>
          </p:blipFill>
          <p:spPr>
            <a:xfrm>
              <a:off x="3423285" y="1600200"/>
              <a:ext cx="5609415" cy="7080313"/>
            </a:xfrm>
            <a:prstGeom prst="rect">
              <a:avLst/>
            </a:prstGeom>
          </p:spPr>
        </p:pic>
        <p:pic>
          <p:nvPicPr>
            <p:cNvPr id="28" name="object 24">
              <a:extLst>
                <a:ext uri="{FF2B5EF4-FFF2-40B4-BE49-F238E27FC236}">
                  <a16:creationId xmlns:a16="http://schemas.microsoft.com/office/drawing/2014/main" id="{FBC947F3-D021-57E3-0A6E-6B4C67ECE4C4}"/>
                </a:ext>
              </a:extLst>
            </p:cNvPr>
            <p:cNvPicPr/>
            <p:nvPr/>
          </p:nvPicPr>
          <p:blipFill>
            <a:blip r:embed="rId9" cstate="print"/>
            <a:stretch>
              <a:fillRect/>
            </a:stretch>
          </p:blipFill>
          <p:spPr>
            <a:xfrm>
              <a:off x="3311842" y="8795385"/>
              <a:ext cx="5494972" cy="1155572"/>
            </a:xfrm>
            <a:prstGeom prst="rect">
              <a:avLst/>
            </a:prstGeom>
          </p:spPr>
        </p:pic>
        <p:sp>
          <p:nvSpPr>
            <p:cNvPr id="29" name="object 25">
              <a:extLst>
                <a:ext uri="{FF2B5EF4-FFF2-40B4-BE49-F238E27FC236}">
                  <a16:creationId xmlns:a16="http://schemas.microsoft.com/office/drawing/2014/main" id="{49BB2C1C-138C-14BC-4E20-F62B036036C6}"/>
                </a:ext>
              </a:extLst>
            </p:cNvPr>
            <p:cNvSpPr/>
            <p:nvPr/>
          </p:nvSpPr>
          <p:spPr>
            <a:xfrm>
              <a:off x="5516689" y="10458449"/>
              <a:ext cx="916940" cy="685800"/>
            </a:xfrm>
            <a:custGeom>
              <a:avLst/>
              <a:gdLst/>
              <a:ahLst/>
              <a:cxnLst/>
              <a:rect l="l" t="t" r="r" b="b"/>
              <a:pathLst>
                <a:path w="916939" h="685800">
                  <a:moveTo>
                    <a:pt x="870394" y="685799"/>
                  </a:moveTo>
                  <a:lnTo>
                    <a:pt x="45719" y="685799"/>
                  </a:lnTo>
                  <a:lnTo>
                    <a:pt x="19288" y="678656"/>
                  </a:lnTo>
                  <a:lnTo>
                    <a:pt x="5714" y="662939"/>
                  </a:lnTo>
                  <a:lnTo>
                    <a:pt x="714" y="647223"/>
                  </a:lnTo>
                  <a:lnTo>
                    <a:pt x="0" y="640079"/>
                  </a:lnTo>
                  <a:lnTo>
                    <a:pt x="0" y="45719"/>
                  </a:lnTo>
                  <a:lnTo>
                    <a:pt x="7143" y="19288"/>
                  </a:lnTo>
                  <a:lnTo>
                    <a:pt x="22859" y="5714"/>
                  </a:lnTo>
                  <a:lnTo>
                    <a:pt x="38576" y="714"/>
                  </a:lnTo>
                  <a:lnTo>
                    <a:pt x="45719" y="0"/>
                  </a:lnTo>
                  <a:lnTo>
                    <a:pt x="870965" y="0"/>
                  </a:lnTo>
                  <a:lnTo>
                    <a:pt x="910470" y="22859"/>
                  </a:lnTo>
                  <a:lnTo>
                    <a:pt x="916685" y="640079"/>
                  </a:lnTo>
                  <a:lnTo>
                    <a:pt x="909211" y="666511"/>
                  </a:lnTo>
                  <a:lnTo>
                    <a:pt x="893325" y="680084"/>
                  </a:lnTo>
                  <a:lnTo>
                    <a:pt x="877547" y="685085"/>
                  </a:lnTo>
                  <a:lnTo>
                    <a:pt x="870394" y="685799"/>
                  </a:lnTo>
                  <a:close/>
                </a:path>
              </a:pathLst>
            </a:custGeom>
            <a:solidFill>
              <a:srgbClr val="CEE3FF"/>
            </a:solidFill>
          </p:spPr>
          <p:txBody>
            <a:bodyPr wrap="square" lIns="0" tIns="0" rIns="0" bIns="0" rtlCol="0"/>
            <a:lstStyle/>
            <a:p>
              <a:endParaRPr/>
            </a:p>
          </p:txBody>
        </p:sp>
        <p:sp>
          <p:nvSpPr>
            <p:cNvPr id="30" name="object 26">
              <a:extLst>
                <a:ext uri="{FF2B5EF4-FFF2-40B4-BE49-F238E27FC236}">
                  <a16:creationId xmlns:a16="http://schemas.microsoft.com/office/drawing/2014/main" id="{83DB19B1-C113-BC16-951D-41814405F21B}"/>
                </a:ext>
              </a:extLst>
            </p:cNvPr>
            <p:cNvSpPr/>
            <p:nvPr/>
          </p:nvSpPr>
          <p:spPr>
            <a:xfrm>
              <a:off x="5516689" y="10458449"/>
              <a:ext cx="916940" cy="685800"/>
            </a:xfrm>
            <a:custGeom>
              <a:avLst/>
              <a:gdLst/>
              <a:ahLst/>
              <a:cxnLst/>
              <a:rect l="l" t="t" r="r" b="b"/>
              <a:pathLst>
                <a:path w="916939" h="685800">
                  <a:moveTo>
                    <a:pt x="0" y="45719"/>
                  </a:moveTo>
                  <a:lnTo>
                    <a:pt x="7143" y="19288"/>
                  </a:lnTo>
                  <a:lnTo>
                    <a:pt x="22859" y="5714"/>
                  </a:lnTo>
                  <a:lnTo>
                    <a:pt x="38576" y="714"/>
                  </a:lnTo>
                  <a:lnTo>
                    <a:pt x="45719" y="0"/>
                  </a:lnTo>
                  <a:lnTo>
                    <a:pt x="870965" y="0"/>
                  </a:lnTo>
                  <a:lnTo>
                    <a:pt x="910470" y="22859"/>
                  </a:lnTo>
                  <a:lnTo>
                    <a:pt x="916685" y="640079"/>
                  </a:lnTo>
                  <a:lnTo>
                    <a:pt x="909211" y="666511"/>
                  </a:lnTo>
                  <a:lnTo>
                    <a:pt x="893325" y="680084"/>
                  </a:lnTo>
                  <a:lnTo>
                    <a:pt x="877547" y="685085"/>
                  </a:lnTo>
                  <a:lnTo>
                    <a:pt x="870394" y="685799"/>
                  </a:lnTo>
                  <a:lnTo>
                    <a:pt x="45719" y="685799"/>
                  </a:lnTo>
                  <a:lnTo>
                    <a:pt x="19288" y="678656"/>
                  </a:lnTo>
                  <a:lnTo>
                    <a:pt x="5714" y="662939"/>
                  </a:lnTo>
                  <a:lnTo>
                    <a:pt x="714" y="647223"/>
                  </a:lnTo>
                  <a:lnTo>
                    <a:pt x="0" y="640079"/>
                  </a:lnTo>
                  <a:lnTo>
                    <a:pt x="0" y="45719"/>
                  </a:lnTo>
                  <a:close/>
                </a:path>
                <a:path w="916939" h="685800">
                  <a:moveTo>
                    <a:pt x="91439" y="0"/>
                  </a:moveTo>
                  <a:lnTo>
                    <a:pt x="91439" y="685799"/>
                  </a:lnTo>
                </a:path>
                <a:path w="916939" h="685800">
                  <a:moveTo>
                    <a:pt x="824674" y="0"/>
                  </a:moveTo>
                  <a:lnTo>
                    <a:pt x="824674" y="685799"/>
                  </a:lnTo>
                </a:path>
              </a:pathLst>
            </a:custGeom>
            <a:ln w="11429">
              <a:solidFill>
                <a:srgbClr val="6CB0FF"/>
              </a:solidFill>
            </a:ln>
          </p:spPr>
          <p:txBody>
            <a:bodyPr wrap="square" lIns="0" tIns="0" rIns="0" bIns="0" rtlCol="0"/>
            <a:lstStyle/>
            <a:p>
              <a:endParaRPr/>
            </a:p>
          </p:txBody>
        </p:sp>
        <p:pic>
          <p:nvPicPr>
            <p:cNvPr id="31" name="object 27">
              <a:extLst>
                <a:ext uri="{FF2B5EF4-FFF2-40B4-BE49-F238E27FC236}">
                  <a16:creationId xmlns:a16="http://schemas.microsoft.com/office/drawing/2014/main" id="{477A9D38-8EEB-D27E-7CC3-48868B0D0A05}"/>
                </a:ext>
              </a:extLst>
            </p:cNvPr>
            <p:cNvPicPr/>
            <p:nvPr/>
          </p:nvPicPr>
          <p:blipFill>
            <a:blip r:embed="rId10" cstate="print"/>
            <a:stretch>
              <a:fillRect/>
            </a:stretch>
          </p:blipFill>
          <p:spPr>
            <a:xfrm>
              <a:off x="5767784" y="10667757"/>
              <a:ext cx="259028" cy="88226"/>
            </a:xfrm>
            <a:prstGeom prst="rect">
              <a:avLst/>
            </a:prstGeom>
          </p:spPr>
        </p:pic>
        <p:pic>
          <p:nvPicPr>
            <p:cNvPr id="32" name="object 28">
              <a:extLst>
                <a:ext uri="{FF2B5EF4-FFF2-40B4-BE49-F238E27FC236}">
                  <a16:creationId xmlns:a16="http://schemas.microsoft.com/office/drawing/2014/main" id="{D2F0A84A-ABEB-5E1E-4753-406E01CF3190}"/>
                </a:ext>
              </a:extLst>
            </p:cNvPr>
            <p:cNvPicPr/>
            <p:nvPr/>
          </p:nvPicPr>
          <p:blipFill>
            <a:blip r:embed="rId11" cstate="print"/>
            <a:stretch>
              <a:fillRect/>
            </a:stretch>
          </p:blipFill>
          <p:spPr>
            <a:xfrm>
              <a:off x="6047572" y="10668909"/>
              <a:ext cx="68216" cy="85919"/>
            </a:xfrm>
            <a:prstGeom prst="rect">
              <a:avLst/>
            </a:prstGeom>
          </p:spPr>
        </p:pic>
        <p:sp>
          <p:nvSpPr>
            <p:cNvPr id="33" name="object 29">
              <a:extLst>
                <a:ext uri="{FF2B5EF4-FFF2-40B4-BE49-F238E27FC236}">
                  <a16:creationId xmlns:a16="http://schemas.microsoft.com/office/drawing/2014/main" id="{877B7A94-1804-BCDA-2294-890215064A7C}"/>
                </a:ext>
              </a:extLst>
            </p:cNvPr>
            <p:cNvSpPr/>
            <p:nvPr/>
          </p:nvSpPr>
          <p:spPr>
            <a:xfrm>
              <a:off x="6136548" y="10668909"/>
              <a:ext cx="53340" cy="86360"/>
            </a:xfrm>
            <a:custGeom>
              <a:avLst/>
              <a:gdLst/>
              <a:ahLst/>
              <a:cxnLst/>
              <a:rect l="l" t="t" r="r" b="b"/>
              <a:pathLst>
                <a:path w="53339" h="86359">
                  <a:moveTo>
                    <a:pt x="52878" y="85919"/>
                  </a:moveTo>
                  <a:lnTo>
                    <a:pt x="0" y="85919"/>
                  </a:lnTo>
                  <a:lnTo>
                    <a:pt x="0" y="0"/>
                  </a:lnTo>
                  <a:lnTo>
                    <a:pt x="52359" y="0"/>
                  </a:lnTo>
                  <a:lnTo>
                    <a:pt x="52359" y="9687"/>
                  </a:lnTo>
                  <a:lnTo>
                    <a:pt x="10956" y="9687"/>
                  </a:lnTo>
                  <a:lnTo>
                    <a:pt x="10956" y="37712"/>
                  </a:lnTo>
                  <a:lnTo>
                    <a:pt x="49533" y="37712"/>
                  </a:lnTo>
                  <a:lnTo>
                    <a:pt x="49533" y="47400"/>
                  </a:lnTo>
                  <a:lnTo>
                    <a:pt x="10956" y="47400"/>
                  </a:lnTo>
                  <a:lnTo>
                    <a:pt x="10956" y="76232"/>
                  </a:lnTo>
                  <a:lnTo>
                    <a:pt x="52878" y="76232"/>
                  </a:lnTo>
                  <a:lnTo>
                    <a:pt x="52878" y="85919"/>
                  </a:lnTo>
                  <a:close/>
                </a:path>
              </a:pathLst>
            </a:custGeom>
            <a:solidFill>
              <a:srgbClr val="000000"/>
            </a:solidFill>
          </p:spPr>
          <p:txBody>
            <a:bodyPr wrap="square" lIns="0" tIns="0" rIns="0" bIns="0" rtlCol="0"/>
            <a:lstStyle/>
            <a:p>
              <a:endParaRPr/>
            </a:p>
          </p:txBody>
        </p:sp>
        <p:pic>
          <p:nvPicPr>
            <p:cNvPr id="34" name="object 30">
              <a:extLst>
                <a:ext uri="{FF2B5EF4-FFF2-40B4-BE49-F238E27FC236}">
                  <a16:creationId xmlns:a16="http://schemas.microsoft.com/office/drawing/2014/main" id="{427E2ED1-5479-F3BF-988F-348D954F4256}"/>
                </a:ext>
              </a:extLst>
            </p:cNvPr>
            <p:cNvPicPr/>
            <p:nvPr/>
          </p:nvPicPr>
          <p:blipFill>
            <a:blip r:embed="rId12" cstate="print"/>
            <a:stretch>
              <a:fillRect/>
            </a:stretch>
          </p:blipFill>
          <p:spPr>
            <a:xfrm>
              <a:off x="5869425" y="10867838"/>
              <a:ext cx="215318" cy="88226"/>
            </a:xfrm>
            <a:prstGeom prst="rect">
              <a:avLst/>
            </a:prstGeom>
          </p:spPr>
        </p:pic>
        <p:sp>
          <p:nvSpPr>
            <p:cNvPr id="35" name="object 31">
              <a:extLst>
                <a:ext uri="{FF2B5EF4-FFF2-40B4-BE49-F238E27FC236}">
                  <a16:creationId xmlns:a16="http://schemas.microsoft.com/office/drawing/2014/main" id="{BAA62254-B528-9235-BC95-A880F83548F5}"/>
                </a:ext>
              </a:extLst>
            </p:cNvPr>
            <p:cNvSpPr/>
            <p:nvPr/>
          </p:nvSpPr>
          <p:spPr>
            <a:xfrm>
              <a:off x="4256532" y="10458449"/>
              <a:ext cx="916940" cy="685800"/>
            </a:xfrm>
            <a:custGeom>
              <a:avLst/>
              <a:gdLst/>
              <a:ahLst/>
              <a:cxnLst/>
              <a:rect l="l" t="t" r="r" b="b"/>
              <a:pathLst>
                <a:path w="916939" h="685800">
                  <a:moveTo>
                    <a:pt x="870394" y="685799"/>
                  </a:moveTo>
                  <a:lnTo>
                    <a:pt x="45719" y="685799"/>
                  </a:lnTo>
                  <a:lnTo>
                    <a:pt x="19288" y="678656"/>
                  </a:lnTo>
                  <a:lnTo>
                    <a:pt x="5714" y="662939"/>
                  </a:lnTo>
                  <a:lnTo>
                    <a:pt x="714" y="647223"/>
                  </a:lnTo>
                  <a:lnTo>
                    <a:pt x="0" y="640079"/>
                  </a:lnTo>
                  <a:lnTo>
                    <a:pt x="0" y="45719"/>
                  </a:lnTo>
                  <a:lnTo>
                    <a:pt x="7143" y="19288"/>
                  </a:lnTo>
                  <a:lnTo>
                    <a:pt x="22859" y="5714"/>
                  </a:lnTo>
                  <a:lnTo>
                    <a:pt x="38576" y="714"/>
                  </a:lnTo>
                  <a:lnTo>
                    <a:pt x="45719" y="0"/>
                  </a:lnTo>
                  <a:lnTo>
                    <a:pt x="870965" y="0"/>
                  </a:lnTo>
                  <a:lnTo>
                    <a:pt x="910470" y="22859"/>
                  </a:lnTo>
                  <a:lnTo>
                    <a:pt x="916685" y="640079"/>
                  </a:lnTo>
                  <a:lnTo>
                    <a:pt x="909211" y="666511"/>
                  </a:lnTo>
                  <a:lnTo>
                    <a:pt x="893325" y="680084"/>
                  </a:lnTo>
                  <a:lnTo>
                    <a:pt x="877547" y="685085"/>
                  </a:lnTo>
                  <a:lnTo>
                    <a:pt x="870394" y="685799"/>
                  </a:lnTo>
                  <a:close/>
                </a:path>
              </a:pathLst>
            </a:custGeom>
            <a:solidFill>
              <a:srgbClr val="CEE3FF"/>
            </a:solidFill>
          </p:spPr>
          <p:txBody>
            <a:bodyPr wrap="square" lIns="0" tIns="0" rIns="0" bIns="0" rtlCol="0"/>
            <a:lstStyle/>
            <a:p>
              <a:endParaRPr/>
            </a:p>
          </p:txBody>
        </p:sp>
        <p:sp>
          <p:nvSpPr>
            <p:cNvPr id="36" name="object 32">
              <a:extLst>
                <a:ext uri="{FF2B5EF4-FFF2-40B4-BE49-F238E27FC236}">
                  <a16:creationId xmlns:a16="http://schemas.microsoft.com/office/drawing/2014/main" id="{1819462D-CE01-76C3-8A48-6132FB593924}"/>
                </a:ext>
              </a:extLst>
            </p:cNvPr>
            <p:cNvSpPr/>
            <p:nvPr/>
          </p:nvSpPr>
          <p:spPr>
            <a:xfrm>
              <a:off x="4256532" y="10458449"/>
              <a:ext cx="916940" cy="685800"/>
            </a:xfrm>
            <a:custGeom>
              <a:avLst/>
              <a:gdLst/>
              <a:ahLst/>
              <a:cxnLst/>
              <a:rect l="l" t="t" r="r" b="b"/>
              <a:pathLst>
                <a:path w="916939" h="685800">
                  <a:moveTo>
                    <a:pt x="0" y="45719"/>
                  </a:moveTo>
                  <a:lnTo>
                    <a:pt x="7143" y="19288"/>
                  </a:lnTo>
                  <a:lnTo>
                    <a:pt x="22859" y="5714"/>
                  </a:lnTo>
                  <a:lnTo>
                    <a:pt x="38576" y="714"/>
                  </a:lnTo>
                  <a:lnTo>
                    <a:pt x="45719" y="0"/>
                  </a:lnTo>
                  <a:lnTo>
                    <a:pt x="870965" y="0"/>
                  </a:lnTo>
                  <a:lnTo>
                    <a:pt x="910470" y="22859"/>
                  </a:lnTo>
                  <a:lnTo>
                    <a:pt x="916685" y="640079"/>
                  </a:lnTo>
                  <a:lnTo>
                    <a:pt x="909211" y="666511"/>
                  </a:lnTo>
                  <a:lnTo>
                    <a:pt x="893325" y="680084"/>
                  </a:lnTo>
                  <a:lnTo>
                    <a:pt x="877547" y="685085"/>
                  </a:lnTo>
                  <a:lnTo>
                    <a:pt x="870394" y="685799"/>
                  </a:lnTo>
                  <a:lnTo>
                    <a:pt x="45719" y="685799"/>
                  </a:lnTo>
                  <a:lnTo>
                    <a:pt x="19288" y="678656"/>
                  </a:lnTo>
                  <a:lnTo>
                    <a:pt x="5714" y="662939"/>
                  </a:lnTo>
                  <a:lnTo>
                    <a:pt x="714" y="647223"/>
                  </a:lnTo>
                  <a:lnTo>
                    <a:pt x="0" y="640079"/>
                  </a:lnTo>
                  <a:lnTo>
                    <a:pt x="0" y="45719"/>
                  </a:lnTo>
                  <a:close/>
                </a:path>
              </a:pathLst>
            </a:custGeom>
            <a:ln w="11429">
              <a:solidFill>
                <a:srgbClr val="6CB0FF"/>
              </a:solidFill>
            </a:ln>
          </p:spPr>
          <p:txBody>
            <a:bodyPr wrap="square" lIns="0" tIns="0" rIns="0" bIns="0" rtlCol="0"/>
            <a:lstStyle/>
            <a:p>
              <a:endParaRPr/>
            </a:p>
          </p:txBody>
        </p:sp>
        <p:pic>
          <p:nvPicPr>
            <p:cNvPr id="37" name="object 33">
              <a:extLst>
                <a:ext uri="{FF2B5EF4-FFF2-40B4-BE49-F238E27FC236}">
                  <a16:creationId xmlns:a16="http://schemas.microsoft.com/office/drawing/2014/main" id="{1A750DB2-2C8A-1918-C43B-8A090431CBCA}"/>
                </a:ext>
              </a:extLst>
            </p:cNvPr>
            <p:cNvPicPr/>
            <p:nvPr/>
          </p:nvPicPr>
          <p:blipFill>
            <a:blip r:embed="rId13" cstate="print"/>
            <a:stretch>
              <a:fillRect/>
            </a:stretch>
          </p:blipFill>
          <p:spPr>
            <a:xfrm>
              <a:off x="4566116" y="10752510"/>
              <a:ext cx="301180" cy="88572"/>
            </a:xfrm>
            <a:prstGeom prst="rect">
              <a:avLst/>
            </a:prstGeom>
          </p:spPr>
        </p:pic>
        <p:sp>
          <p:nvSpPr>
            <p:cNvPr id="38" name="object 34">
              <a:extLst>
                <a:ext uri="{FF2B5EF4-FFF2-40B4-BE49-F238E27FC236}">
                  <a16:creationId xmlns:a16="http://schemas.microsoft.com/office/drawing/2014/main" id="{623E9B21-B488-A8DF-0BA1-89EC2C11F6FB}"/>
                </a:ext>
              </a:extLst>
            </p:cNvPr>
            <p:cNvSpPr/>
            <p:nvPr/>
          </p:nvSpPr>
          <p:spPr>
            <a:xfrm>
              <a:off x="5272087" y="10801349"/>
              <a:ext cx="235585" cy="0"/>
            </a:xfrm>
            <a:custGeom>
              <a:avLst/>
              <a:gdLst/>
              <a:ahLst/>
              <a:cxnLst/>
              <a:rect l="l" t="t" r="r" b="b"/>
              <a:pathLst>
                <a:path w="235585">
                  <a:moveTo>
                    <a:pt x="235457" y="0"/>
                  </a:moveTo>
                  <a:lnTo>
                    <a:pt x="0" y="0"/>
                  </a:lnTo>
                </a:path>
              </a:pathLst>
            </a:custGeom>
            <a:ln w="5714">
              <a:solidFill>
                <a:srgbClr val="394049"/>
              </a:solidFill>
            </a:ln>
          </p:spPr>
          <p:txBody>
            <a:bodyPr wrap="square" lIns="0" tIns="0" rIns="0" bIns="0" rtlCol="0"/>
            <a:lstStyle/>
            <a:p>
              <a:endParaRPr/>
            </a:p>
          </p:txBody>
        </p:sp>
        <p:sp>
          <p:nvSpPr>
            <p:cNvPr id="39" name="object 35">
              <a:extLst>
                <a:ext uri="{FF2B5EF4-FFF2-40B4-BE49-F238E27FC236}">
                  <a16:creationId xmlns:a16="http://schemas.microsoft.com/office/drawing/2014/main" id="{EFBA0B67-A6CD-4493-5D3D-E31BF29A8AF4}"/>
                </a:ext>
              </a:extLst>
            </p:cNvPr>
            <p:cNvSpPr/>
            <p:nvPr/>
          </p:nvSpPr>
          <p:spPr>
            <a:xfrm>
              <a:off x="5507545" y="10798492"/>
              <a:ext cx="3175" cy="5715"/>
            </a:xfrm>
            <a:custGeom>
              <a:avLst/>
              <a:gdLst/>
              <a:ahLst/>
              <a:cxnLst/>
              <a:rect l="l" t="t" r="r" b="b"/>
              <a:pathLst>
                <a:path w="3175" h="5715">
                  <a:moveTo>
                    <a:pt x="2857" y="5714"/>
                  </a:moveTo>
                  <a:lnTo>
                    <a:pt x="0" y="5714"/>
                  </a:lnTo>
                  <a:lnTo>
                    <a:pt x="0" y="0"/>
                  </a:lnTo>
                  <a:lnTo>
                    <a:pt x="2857" y="0"/>
                  </a:lnTo>
                  <a:lnTo>
                    <a:pt x="2857" y="5714"/>
                  </a:lnTo>
                  <a:close/>
                </a:path>
              </a:pathLst>
            </a:custGeom>
            <a:solidFill>
              <a:srgbClr val="394049"/>
            </a:solidFill>
          </p:spPr>
          <p:txBody>
            <a:bodyPr wrap="square" lIns="0" tIns="0" rIns="0" bIns="0" rtlCol="0"/>
            <a:lstStyle/>
            <a:p>
              <a:endParaRPr/>
            </a:p>
          </p:txBody>
        </p:sp>
        <p:sp>
          <p:nvSpPr>
            <p:cNvPr id="40" name="object 36">
              <a:extLst>
                <a:ext uri="{FF2B5EF4-FFF2-40B4-BE49-F238E27FC236}">
                  <a16:creationId xmlns:a16="http://schemas.microsoft.com/office/drawing/2014/main" id="{64553520-61BD-3139-A568-A82DBFF07526}"/>
                </a:ext>
              </a:extLst>
            </p:cNvPr>
            <p:cNvSpPr/>
            <p:nvPr/>
          </p:nvSpPr>
          <p:spPr>
            <a:xfrm>
              <a:off x="5507545" y="10798492"/>
              <a:ext cx="3175" cy="5715"/>
            </a:xfrm>
            <a:custGeom>
              <a:avLst/>
              <a:gdLst/>
              <a:ahLst/>
              <a:cxnLst/>
              <a:rect l="l" t="t" r="r" b="b"/>
              <a:pathLst>
                <a:path w="3175" h="5715">
                  <a:moveTo>
                    <a:pt x="2857" y="5714"/>
                  </a:moveTo>
                  <a:lnTo>
                    <a:pt x="0" y="5714"/>
                  </a:lnTo>
                  <a:lnTo>
                    <a:pt x="0" y="0"/>
                  </a:lnTo>
                  <a:lnTo>
                    <a:pt x="2857" y="0"/>
                  </a:lnTo>
                  <a:lnTo>
                    <a:pt x="2857" y="5714"/>
                  </a:lnTo>
                  <a:close/>
                </a:path>
              </a:pathLst>
            </a:custGeom>
            <a:ln w="3175">
              <a:solidFill>
                <a:srgbClr val="394049"/>
              </a:solidFill>
            </a:ln>
          </p:spPr>
          <p:txBody>
            <a:bodyPr wrap="square" lIns="0" tIns="0" rIns="0" bIns="0" rtlCol="0"/>
            <a:lstStyle/>
            <a:p>
              <a:endParaRPr/>
            </a:p>
          </p:txBody>
        </p:sp>
        <p:sp>
          <p:nvSpPr>
            <p:cNvPr id="41" name="object 37">
              <a:extLst>
                <a:ext uri="{FF2B5EF4-FFF2-40B4-BE49-F238E27FC236}">
                  <a16:creationId xmlns:a16="http://schemas.microsoft.com/office/drawing/2014/main" id="{F2163A26-E895-206F-423B-69FDEFCE8991}"/>
                </a:ext>
              </a:extLst>
            </p:cNvPr>
            <p:cNvSpPr/>
            <p:nvPr/>
          </p:nvSpPr>
          <p:spPr>
            <a:xfrm>
              <a:off x="5187505" y="10775060"/>
              <a:ext cx="81915" cy="52705"/>
            </a:xfrm>
            <a:custGeom>
              <a:avLst/>
              <a:gdLst/>
              <a:ahLst/>
              <a:cxnLst/>
              <a:rect l="l" t="t" r="r" b="b"/>
              <a:pathLst>
                <a:path w="81914" h="52704">
                  <a:moveTo>
                    <a:pt x="81724" y="52577"/>
                  </a:moveTo>
                  <a:lnTo>
                    <a:pt x="0" y="26288"/>
                  </a:lnTo>
                  <a:lnTo>
                    <a:pt x="81724" y="0"/>
                  </a:lnTo>
                  <a:lnTo>
                    <a:pt x="81724" y="52577"/>
                  </a:lnTo>
                  <a:close/>
                </a:path>
              </a:pathLst>
            </a:custGeom>
            <a:solidFill>
              <a:srgbClr val="394049"/>
            </a:solidFill>
          </p:spPr>
          <p:txBody>
            <a:bodyPr wrap="square" lIns="0" tIns="0" rIns="0" bIns="0" rtlCol="0"/>
            <a:lstStyle/>
            <a:p>
              <a:endParaRPr/>
            </a:p>
          </p:txBody>
        </p:sp>
        <p:sp>
          <p:nvSpPr>
            <p:cNvPr id="42" name="object 38">
              <a:extLst>
                <a:ext uri="{FF2B5EF4-FFF2-40B4-BE49-F238E27FC236}">
                  <a16:creationId xmlns:a16="http://schemas.microsoft.com/office/drawing/2014/main" id="{E651EBF2-9263-1123-7792-77ADF3507BB9}"/>
                </a:ext>
              </a:extLst>
            </p:cNvPr>
            <p:cNvSpPr/>
            <p:nvPr/>
          </p:nvSpPr>
          <p:spPr>
            <a:xfrm>
              <a:off x="3886200" y="9721214"/>
              <a:ext cx="2089150" cy="1106805"/>
            </a:xfrm>
            <a:custGeom>
              <a:avLst/>
              <a:gdLst/>
              <a:ahLst/>
              <a:cxnLst/>
              <a:rect l="l" t="t" r="r" b="b"/>
              <a:pathLst>
                <a:path w="2089150" h="1106804">
                  <a:moveTo>
                    <a:pt x="1301305" y="1080134"/>
                  </a:moveTo>
                  <a:lnTo>
                    <a:pt x="1383029" y="1053845"/>
                  </a:lnTo>
                  <a:lnTo>
                    <a:pt x="1383029" y="1106423"/>
                  </a:lnTo>
                  <a:lnTo>
                    <a:pt x="1301305" y="1080134"/>
                  </a:lnTo>
                  <a:close/>
                </a:path>
                <a:path w="2089150" h="1106804">
                  <a:moveTo>
                    <a:pt x="0" y="0"/>
                  </a:moveTo>
                  <a:lnTo>
                    <a:pt x="0" y="330326"/>
                  </a:lnTo>
                  <a:lnTo>
                    <a:pt x="5357" y="349820"/>
                  </a:lnTo>
                  <a:lnTo>
                    <a:pt x="17144" y="359830"/>
                  </a:lnTo>
                  <a:lnTo>
                    <a:pt x="28932" y="363518"/>
                  </a:lnTo>
                  <a:lnTo>
                    <a:pt x="34289" y="364045"/>
                  </a:lnTo>
                  <a:lnTo>
                    <a:pt x="2053970" y="364616"/>
                  </a:lnTo>
                  <a:lnTo>
                    <a:pt x="2074125" y="369644"/>
                  </a:lnTo>
                  <a:lnTo>
                    <a:pt x="2084474" y="381261"/>
                  </a:lnTo>
                  <a:lnTo>
                    <a:pt x="2088287" y="392986"/>
                  </a:lnTo>
                  <a:lnTo>
                    <a:pt x="2088832" y="398335"/>
                  </a:lnTo>
                  <a:lnTo>
                    <a:pt x="2088260" y="637793"/>
                  </a:lnTo>
                </a:path>
              </a:pathLst>
            </a:custGeom>
            <a:ln w="5714">
              <a:solidFill>
                <a:srgbClr val="394049"/>
              </a:solidFill>
            </a:ln>
          </p:spPr>
          <p:txBody>
            <a:bodyPr wrap="square" lIns="0" tIns="0" rIns="0" bIns="0" rtlCol="0"/>
            <a:lstStyle/>
            <a:p>
              <a:endParaRPr/>
            </a:p>
          </p:txBody>
        </p:sp>
        <p:sp>
          <p:nvSpPr>
            <p:cNvPr id="43" name="object 39">
              <a:extLst>
                <a:ext uri="{FF2B5EF4-FFF2-40B4-BE49-F238E27FC236}">
                  <a16:creationId xmlns:a16="http://schemas.microsoft.com/office/drawing/2014/main" id="{9AF6B0AB-4CD3-2D7C-C727-DBD5A8369CEA}"/>
                </a:ext>
              </a:extLst>
            </p:cNvPr>
            <p:cNvSpPr/>
            <p:nvPr/>
          </p:nvSpPr>
          <p:spPr>
            <a:xfrm>
              <a:off x="3883342" y="9718357"/>
              <a:ext cx="5715" cy="3175"/>
            </a:xfrm>
            <a:custGeom>
              <a:avLst/>
              <a:gdLst/>
              <a:ahLst/>
              <a:cxnLst/>
              <a:rect l="l" t="t" r="r" b="b"/>
              <a:pathLst>
                <a:path w="5714" h="3175">
                  <a:moveTo>
                    <a:pt x="5714" y="2857"/>
                  </a:moveTo>
                  <a:lnTo>
                    <a:pt x="0" y="2857"/>
                  </a:lnTo>
                  <a:lnTo>
                    <a:pt x="0" y="0"/>
                  </a:lnTo>
                  <a:lnTo>
                    <a:pt x="5714" y="0"/>
                  </a:lnTo>
                  <a:lnTo>
                    <a:pt x="5714" y="2857"/>
                  </a:lnTo>
                  <a:close/>
                </a:path>
              </a:pathLst>
            </a:custGeom>
            <a:solidFill>
              <a:srgbClr val="394049"/>
            </a:solidFill>
          </p:spPr>
          <p:txBody>
            <a:bodyPr wrap="square" lIns="0" tIns="0" rIns="0" bIns="0" rtlCol="0"/>
            <a:lstStyle/>
            <a:p>
              <a:endParaRPr/>
            </a:p>
          </p:txBody>
        </p:sp>
        <p:sp>
          <p:nvSpPr>
            <p:cNvPr id="44" name="object 40">
              <a:extLst>
                <a:ext uri="{FF2B5EF4-FFF2-40B4-BE49-F238E27FC236}">
                  <a16:creationId xmlns:a16="http://schemas.microsoft.com/office/drawing/2014/main" id="{38866F03-B047-453F-F83D-FF400BB19195}"/>
                </a:ext>
              </a:extLst>
            </p:cNvPr>
            <p:cNvSpPr/>
            <p:nvPr/>
          </p:nvSpPr>
          <p:spPr>
            <a:xfrm>
              <a:off x="3883342" y="9718357"/>
              <a:ext cx="5715" cy="3175"/>
            </a:xfrm>
            <a:custGeom>
              <a:avLst/>
              <a:gdLst/>
              <a:ahLst/>
              <a:cxnLst/>
              <a:rect l="l" t="t" r="r" b="b"/>
              <a:pathLst>
                <a:path w="5714" h="3175">
                  <a:moveTo>
                    <a:pt x="5714" y="2857"/>
                  </a:moveTo>
                  <a:lnTo>
                    <a:pt x="0" y="2857"/>
                  </a:lnTo>
                  <a:lnTo>
                    <a:pt x="0" y="0"/>
                  </a:lnTo>
                  <a:lnTo>
                    <a:pt x="5714" y="0"/>
                  </a:lnTo>
                  <a:lnTo>
                    <a:pt x="5714" y="2857"/>
                  </a:lnTo>
                  <a:close/>
                </a:path>
              </a:pathLst>
            </a:custGeom>
            <a:ln w="3175">
              <a:solidFill>
                <a:srgbClr val="394049"/>
              </a:solidFill>
            </a:ln>
          </p:spPr>
          <p:txBody>
            <a:bodyPr wrap="square" lIns="0" tIns="0" rIns="0" bIns="0" rtlCol="0"/>
            <a:lstStyle/>
            <a:p>
              <a:endParaRPr/>
            </a:p>
          </p:txBody>
        </p:sp>
        <p:sp>
          <p:nvSpPr>
            <p:cNvPr id="45" name="object 41">
              <a:extLst>
                <a:ext uri="{FF2B5EF4-FFF2-40B4-BE49-F238E27FC236}">
                  <a16:creationId xmlns:a16="http://schemas.microsoft.com/office/drawing/2014/main" id="{03336907-6D3A-92F5-3E81-AFFB012BEA22}"/>
                </a:ext>
              </a:extLst>
            </p:cNvPr>
            <p:cNvSpPr/>
            <p:nvPr/>
          </p:nvSpPr>
          <p:spPr>
            <a:xfrm>
              <a:off x="5948172" y="10361866"/>
              <a:ext cx="53340" cy="81915"/>
            </a:xfrm>
            <a:custGeom>
              <a:avLst/>
              <a:gdLst/>
              <a:ahLst/>
              <a:cxnLst/>
              <a:rect l="l" t="t" r="r" b="b"/>
              <a:pathLst>
                <a:path w="53339" h="81915">
                  <a:moveTo>
                    <a:pt x="26288" y="81724"/>
                  </a:moveTo>
                  <a:lnTo>
                    <a:pt x="0" y="0"/>
                  </a:lnTo>
                  <a:lnTo>
                    <a:pt x="53149" y="0"/>
                  </a:lnTo>
                  <a:lnTo>
                    <a:pt x="26288" y="81724"/>
                  </a:lnTo>
                  <a:close/>
                </a:path>
              </a:pathLst>
            </a:custGeom>
            <a:solidFill>
              <a:srgbClr val="394049"/>
            </a:solidFill>
          </p:spPr>
          <p:txBody>
            <a:bodyPr wrap="square" lIns="0" tIns="0" rIns="0" bIns="0" rtlCol="0"/>
            <a:lstStyle/>
            <a:p>
              <a:endParaRPr/>
            </a:p>
          </p:txBody>
        </p:sp>
        <p:sp>
          <p:nvSpPr>
            <p:cNvPr id="46" name="object 42">
              <a:extLst>
                <a:ext uri="{FF2B5EF4-FFF2-40B4-BE49-F238E27FC236}">
                  <a16:creationId xmlns:a16="http://schemas.microsoft.com/office/drawing/2014/main" id="{E0D579BB-D30F-6064-0FB6-38A65307A14C}"/>
                </a:ext>
              </a:extLst>
            </p:cNvPr>
            <p:cNvSpPr/>
            <p:nvPr/>
          </p:nvSpPr>
          <p:spPr>
            <a:xfrm>
              <a:off x="5948172" y="10361866"/>
              <a:ext cx="53340" cy="81915"/>
            </a:xfrm>
            <a:custGeom>
              <a:avLst/>
              <a:gdLst/>
              <a:ahLst/>
              <a:cxnLst/>
              <a:rect l="l" t="t" r="r" b="b"/>
              <a:pathLst>
                <a:path w="53339" h="81915">
                  <a:moveTo>
                    <a:pt x="26288" y="81724"/>
                  </a:moveTo>
                  <a:lnTo>
                    <a:pt x="0" y="0"/>
                  </a:lnTo>
                  <a:lnTo>
                    <a:pt x="53149" y="0"/>
                  </a:lnTo>
                  <a:lnTo>
                    <a:pt x="26288" y="81724"/>
                  </a:lnTo>
                  <a:close/>
                </a:path>
              </a:pathLst>
            </a:custGeom>
            <a:ln w="5714">
              <a:solidFill>
                <a:srgbClr val="394049"/>
              </a:solidFill>
            </a:ln>
          </p:spPr>
          <p:txBody>
            <a:bodyPr wrap="square" lIns="0" tIns="0" rIns="0" bIns="0" rtlCol="0"/>
            <a:lstStyle/>
            <a:p>
              <a:endParaRPr/>
            </a:p>
          </p:txBody>
        </p:sp>
      </p:grpSp>
    </p:spTree>
    <p:extLst>
      <p:ext uri="{BB962C8B-B14F-4D97-AF65-F5344CB8AC3E}">
        <p14:creationId xmlns:p14="http://schemas.microsoft.com/office/powerpoint/2010/main" val="1273693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551D8-E262-4277-443C-3BCAB6772497}"/>
              </a:ext>
            </a:extLst>
          </p:cNvPr>
          <p:cNvSpPr>
            <a:spLocks noGrp="1"/>
          </p:cNvSpPr>
          <p:nvPr>
            <p:ph type="title"/>
          </p:nvPr>
        </p:nvSpPr>
        <p:spPr/>
        <p:txBody>
          <a:bodyPr/>
          <a:lstStyle/>
          <a:p>
            <a:r>
              <a:rPr lang="en-IN" dirty="0"/>
              <a:t>Based on type</a:t>
            </a:r>
          </a:p>
        </p:txBody>
      </p:sp>
      <p:sp>
        <p:nvSpPr>
          <p:cNvPr id="3" name="Content Placeholder 2">
            <a:extLst>
              <a:ext uri="{FF2B5EF4-FFF2-40B4-BE49-F238E27FC236}">
                <a16:creationId xmlns:a16="http://schemas.microsoft.com/office/drawing/2014/main" id="{A464DCDD-70DF-73AB-E3BE-91257C54F7F9}"/>
              </a:ext>
            </a:extLst>
          </p:cNvPr>
          <p:cNvSpPr>
            <a:spLocks noGrp="1"/>
          </p:cNvSpPr>
          <p:nvPr>
            <p:ph idx="1"/>
          </p:nvPr>
        </p:nvSpPr>
        <p:spPr/>
        <p:txBody>
          <a:bodyPr>
            <a:normAutofit fontScale="92500" lnSpcReduction="10000"/>
          </a:bodyPr>
          <a:lstStyle/>
          <a:p>
            <a:pPr marL="0" indent="0">
              <a:buNone/>
            </a:pPr>
            <a:r>
              <a:rPr lang="en-US" sz="2000" b="1" dirty="0"/>
              <a:t>If Food is Cold (Meat, Fruits, Vegetables):</a:t>
            </a:r>
          </a:p>
          <a:p>
            <a:pPr>
              <a:buFont typeface="Arial" panose="020B0604020202020204" pitchFamily="34" charset="0"/>
              <a:buChar char="•"/>
            </a:pPr>
            <a:r>
              <a:rPr lang="en-US" sz="2000" dirty="0"/>
              <a:t>When the temperature exceeds the threshold, the </a:t>
            </a:r>
            <a:r>
              <a:rPr lang="en-US" sz="2000" b="1" dirty="0"/>
              <a:t>compressor</a:t>
            </a:r>
            <a:r>
              <a:rPr lang="en-US" sz="2000" dirty="0"/>
              <a:t> turns ON.</a:t>
            </a:r>
          </a:p>
          <a:p>
            <a:pPr>
              <a:buFont typeface="Arial" panose="020B0604020202020204" pitchFamily="34" charset="0"/>
              <a:buChar char="•"/>
            </a:pPr>
            <a:r>
              <a:rPr lang="en-US" sz="2000" dirty="0"/>
              <a:t>Humidity is controlled accordingly.</a:t>
            </a:r>
          </a:p>
          <a:p>
            <a:pPr>
              <a:buFont typeface="Arial" panose="020B0604020202020204" pitchFamily="34" charset="0"/>
              <a:buChar char="•"/>
            </a:pPr>
            <a:r>
              <a:rPr lang="en-US" sz="2000" dirty="0"/>
              <a:t>Alerts are sent to the driver if temperature crosses the range.</a:t>
            </a:r>
          </a:p>
          <a:p>
            <a:pPr>
              <a:buFont typeface="Arial" panose="020B0604020202020204" pitchFamily="34" charset="0"/>
              <a:buChar char="•"/>
            </a:pPr>
            <a:r>
              <a:rPr lang="en-US" sz="2000" dirty="0"/>
              <a:t>Data is stored in the cloud.</a:t>
            </a:r>
          </a:p>
          <a:p>
            <a:pPr marL="0" indent="0">
              <a:buNone/>
            </a:pPr>
            <a:r>
              <a:rPr lang="en-US" sz="2200" b="1" dirty="0"/>
              <a:t>If Food is Hot (Cooked Food, Bakery):</a:t>
            </a:r>
            <a:r>
              <a:rPr lang="en-US" sz="2200" dirty="0"/>
              <a:t> </a:t>
            </a:r>
          </a:p>
          <a:p>
            <a:pPr>
              <a:buFont typeface="Arial" panose="020B0604020202020204" pitchFamily="34" charset="0"/>
              <a:buChar char="•"/>
            </a:pPr>
            <a:r>
              <a:rPr lang="en-US" sz="2200" dirty="0"/>
              <a:t>When the temperature drops below the threshold, the </a:t>
            </a:r>
            <a:r>
              <a:rPr lang="en-US" sz="2200" b="1" dirty="0"/>
              <a:t>heater</a:t>
            </a:r>
            <a:r>
              <a:rPr lang="en-US" sz="2200" dirty="0"/>
              <a:t> turns ON.</a:t>
            </a:r>
          </a:p>
          <a:p>
            <a:pPr>
              <a:buFont typeface="Arial" panose="020B0604020202020204" pitchFamily="34" charset="0"/>
              <a:buChar char="•"/>
            </a:pPr>
            <a:r>
              <a:rPr lang="en-US" sz="2200" dirty="0"/>
              <a:t>Humidity is controlled accordingly.</a:t>
            </a:r>
          </a:p>
          <a:p>
            <a:pPr>
              <a:buFont typeface="Arial" panose="020B0604020202020204" pitchFamily="34" charset="0"/>
              <a:buChar char="•"/>
            </a:pPr>
            <a:r>
              <a:rPr lang="en-US" sz="2200" dirty="0"/>
              <a:t>Alerts are sent to the driver if the temperature falls.</a:t>
            </a:r>
          </a:p>
          <a:p>
            <a:pPr>
              <a:buFont typeface="Arial" panose="020B0604020202020204" pitchFamily="34" charset="0"/>
              <a:buChar char="•"/>
            </a:pPr>
            <a:r>
              <a:rPr lang="en-US" sz="2200" dirty="0"/>
              <a:t>Data is stored in the cloud.</a:t>
            </a:r>
          </a:p>
          <a:p>
            <a:endParaRPr lang="en-IN" dirty="0"/>
          </a:p>
        </p:txBody>
      </p:sp>
    </p:spTree>
    <p:extLst>
      <p:ext uri="{BB962C8B-B14F-4D97-AF65-F5344CB8AC3E}">
        <p14:creationId xmlns:p14="http://schemas.microsoft.com/office/powerpoint/2010/main" val="2881450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47A131F-D5DE-41A5-B4CF-4F345319B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5" name="Freeform: Shape 14">
            <a:extLst>
              <a:ext uri="{FF2B5EF4-FFF2-40B4-BE49-F238E27FC236}">
                <a16:creationId xmlns:a16="http://schemas.microsoft.com/office/drawing/2014/main" id="{3AF4666D-BD98-40A5-A75F-478B98201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17" name="Freeform: Shape 16">
            <a:extLst>
              <a:ext uri="{FF2B5EF4-FFF2-40B4-BE49-F238E27FC236}">
                <a16:creationId xmlns:a16="http://schemas.microsoft.com/office/drawing/2014/main" id="{68680585-71F9-4721-A998-4974171D2E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19" name="Freeform: Shape 18">
            <a:extLst>
              <a:ext uri="{FF2B5EF4-FFF2-40B4-BE49-F238E27FC236}">
                <a16:creationId xmlns:a16="http://schemas.microsoft.com/office/drawing/2014/main" id="{12BC95C2-2EEC-4F59-ABA8-660B0D059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1" name="Graphic 141">
            <a:extLst>
              <a:ext uri="{FF2B5EF4-FFF2-40B4-BE49-F238E27FC236}">
                <a16:creationId xmlns:a16="http://schemas.microsoft.com/office/drawing/2014/main" id="{03E9870D-4BBA-43AF-8D44-BBADF020CF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22" name="Freeform: Shape 21">
              <a:extLst>
                <a:ext uri="{FF2B5EF4-FFF2-40B4-BE49-F238E27FC236}">
                  <a16:creationId xmlns:a16="http://schemas.microsoft.com/office/drawing/2014/main" id="{34BC5055-C77D-43CD-BB1D-A77B6779C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DB12D0B8-9385-489A-85AE-3D14AD0BA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D158A14A-147E-4130-A5E2-38FD84B18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75B8B1EB-5E2B-472C-AE60-2EC5961F16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B4F5BD77-58D7-4B61-A666-1B4139A63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27" name="Freeform: Shape 26">
              <a:extLst>
                <a:ext uri="{FF2B5EF4-FFF2-40B4-BE49-F238E27FC236}">
                  <a16:creationId xmlns:a16="http://schemas.microsoft.com/office/drawing/2014/main" id="{F5CBEC6B-EDB6-40B8-8771-E5AF41B8D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28" name="Freeform: Shape 27">
              <a:extLst>
                <a:ext uri="{FF2B5EF4-FFF2-40B4-BE49-F238E27FC236}">
                  <a16:creationId xmlns:a16="http://schemas.microsoft.com/office/drawing/2014/main" id="{91BD0EE8-AA47-4044-9251-9F5A4B820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30" name="Graphic 157">
            <a:extLst>
              <a:ext uri="{FF2B5EF4-FFF2-40B4-BE49-F238E27FC236}">
                <a16:creationId xmlns:a16="http://schemas.microsoft.com/office/drawing/2014/main" id="{C3279E8D-2BAA-4CB1-834B-09FADD54DE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31" name="Freeform: Shape 30">
              <a:extLst>
                <a:ext uri="{FF2B5EF4-FFF2-40B4-BE49-F238E27FC236}">
                  <a16:creationId xmlns:a16="http://schemas.microsoft.com/office/drawing/2014/main" id="{3456F18E-4F61-486D-9CD6-65B30372C5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318DDF45-08F0-46B6-A0B7-133735C94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B9D0CC0F-710D-43F4-BC86-7637674201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6FB36AB6-CB81-495A-8A33-C0BCE67D6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35" name="Freeform: Shape 34">
              <a:extLst>
                <a:ext uri="{FF2B5EF4-FFF2-40B4-BE49-F238E27FC236}">
                  <a16:creationId xmlns:a16="http://schemas.microsoft.com/office/drawing/2014/main" id="{1993F7E6-ABF6-482D-BEA5-B4E607DDB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36" name="Freeform: Shape 35">
              <a:extLst>
                <a:ext uri="{FF2B5EF4-FFF2-40B4-BE49-F238E27FC236}">
                  <a16:creationId xmlns:a16="http://schemas.microsoft.com/office/drawing/2014/main" id="{DCA0B097-C21A-40B4-95E4-2FFA9697F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7" name="Freeform: Shape 36">
              <a:extLst>
                <a:ext uri="{FF2B5EF4-FFF2-40B4-BE49-F238E27FC236}">
                  <a16:creationId xmlns:a16="http://schemas.microsoft.com/office/drawing/2014/main" id="{AB2AF0F5-7EAA-4BAB-8DE2-D84E12417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43" name="Top left">
            <a:extLst>
              <a:ext uri="{FF2B5EF4-FFF2-40B4-BE49-F238E27FC236}">
                <a16:creationId xmlns:a16="http://schemas.microsoft.com/office/drawing/2014/main" id="{6B72B514-4AB8-43DF-84D4-951DBF368CE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44" name="Freeform: Shape 43">
              <a:extLst>
                <a:ext uri="{FF2B5EF4-FFF2-40B4-BE49-F238E27FC236}">
                  <a16:creationId xmlns:a16="http://schemas.microsoft.com/office/drawing/2014/main" id="{C18CBCFF-BD6B-4455-9B70-EFE805CA29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5" name="Freeform: Shape 44">
              <a:extLst>
                <a:ext uri="{FF2B5EF4-FFF2-40B4-BE49-F238E27FC236}">
                  <a16:creationId xmlns:a16="http://schemas.microsoft.com/office/drawing/2014/main" id="{8C930A72-C529-4D5D-B460-A5A5375F98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46" name="Freeform: Shape 45">
              <a:extLst>
                <a:ext uri="{FF2B5EF4-FFF2-40B4-BE49-F238E27FC236}">
                  <a16:creationId xmlns:a16="http://schemas.microsoft.com/office/drawing/2014/main" id="{792FE3B2-9E8F-4022-93E8-BAAD0D50B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47" name="Freeform: Shape 46">
              <a:extLst>
                <a:ext uri="{FF2B5EF4-FFF2-40B4-BE49-F238E27FC236}">
                  <a16:creationId xmlns:a16="http://schemas.microsoft.com/office/drawing/2014/main" id="{5F85196A-D084-4219-B329-E5A7032CF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48" name="Freeform: Shape 47">
              <a:extLst>
                <a:ext uri="{FF2B5EF4-FFF2-40B4-BE49-F238E27FC236}">
                  <a16:creationId xmlns:a16="http://schemas.microsoft.com/office/drawing/2014/main" id="{B8174307-CBF0-4926-99C3-3072804B3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49" name="Freeform: Shape 48">
              <a:extLst>
                <a:ext uri="{FF2B5EF4-FFF2-40B4-BE49-F238E27FC236}">
                  <a16:creationId xmlns:a16="http://schemas.microsoft.com/office/drawing/2014/main" id="{63DDE618-1CD3-4BE5-8742-5D51BBF30D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50" name="Freeform: Shape 49">
              <a:extLst>
                <a:ext uri="{FF2B5EF4-FFF2-40B4-BE49-F238E27FC236}">
                  <a16:creationId xmlns:a16="http://schemas.microsoft.com/office/drawing/2014/main" id="{8D73DBA2-8AAA-4F85-81B5-99B96A471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51" name="Freeform: Shape 50">
              <a:extLst>
                <a:ext uri="{FF2B5EF4-FFF2-40B4-BE49-F238E27FC236}">
                  <a16:creationId xmlns:a16="http://schemas.microsoft.com/office/drawing/2014/main" id="{BA346AE2-9E14-4CFB-8DD3-0B1633621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6D3E8FBF-362C-F0EC-DBDA-D9D790595784}"/>
              </a:ext>
            </a:extLst>
          </p:cNvPr>
          <p:cNvSpPr>
            <a:spLocks noGrp="1"/>
          </p:cNvSpPr>
          <p:nvPr>
            <p:ph type="title"/>
          </p:nvPr>
        </p:nvSpPr>
        <p:spPr>
          <a:xfrm>
            <a:off x="1198182" y="559813"/>
            <a:ext cx="5605358" cy="1664573"/>
          </a:xfrm>
        </p:spPr>
        <p:txBody>
          <a:bodyPr vert="horz" lIns="91440" tIns="45720" rIns="91440" bIns="45720" rtlCol="0" anchor="ctr">
            <a:normAutofit/>
          </a:bodyPr>
          <a:lstStyle/>
          <a:p>
            <a:pPr>
              <a:lnSpc>
                <a:spcPct val="90000"/>
              </a:lnSpc>
            </a:pPr>
            <a:r>
              <a:rPr lang="en-US" sz="3700" kern="1200">
                <a:solidFill>
                  <a:schemeClr val="tx2"/>
                </a:solidFill>
                <a:latin typeface="+mj-lt"/>
                <a:ea typeface="+mj-ea"/>
                <a:cs typeface="+mj-cs"/>
              </a:rPr>
              <a:t>Prototype Application for Indian Trucks (3.5 Ton Load Capacity)</a:t>
            </a:r>
          </a:p>
        </p:txBody>
      </p:sp>
      <p:sp>
        <p:nvSpPr>
          <p:cNvPr id="3" name="Content Placeholder 2">
            <a:extLst>
              <a:ext uri="{FF2B5EF4-FFF2-40B4-BE49-F238E27FC236}">
                <a16:creationId xmlns:a16="http://schemas.microsoft.com/office/drawing/2014/main" id="{D227D200-831D-EE45-2261-40979A14903C}"/>
              </a:ext>
            </a:extLst>
          </p:cNvPr>
          <p:cNvSpPr>
            <a:spLocks noGrp="1"/>
          </p:cNvSpPr>
          <p:nvPr>
            <p:ph type="body" sz="half" idx="2"/>
          </p:nvPr>
        </p:nvSpPr>
        <p:spPr>
          <a:xfrm>
            <a:off x="1185755" y="2384474"/>
            <a:ext cx="5604997" cy="3728613"/>
          </a:xfrm>
        </p:spPr>
        <p:txBody>
          <a:bodyPr vert="horz" lIns="91440" tIns="45720" rIns="91440" bIns="45720" rtlCol="0">
            <a:normAutofit/>
          </a:bodyPr>
          <a:lstStyle/>
          <a:p>
            <a:pPr indent="-228600">
              <a:lnSpc>
                <a:spcPct val="100000"/>
              </a:lnSpc>
              <a:buFont typeface="Avenir Next LT Pro" panose="020B0504020202020204" pitchFamily="34" charset="0"/>
              <a:buChar char="+"/>
            </a:pPr>
            <a:r>
              <a:rPr lang="en-US" sz="1700"/>
              <a:t>This system is designed for </a:t>
            </a:r>
            <a:r>
              <a:rPr lang="en-US" sz="1700" b="1"/>
              <a:t>light commercial vehicles (LCVs) </a:t>
            </a:r>
            <a:r>
              <a:rPr lang="en-US" sz="1700"/>
              <a:t>on Indian roads, typically used for distributing perishable food products.</a:t>
            </a:r>
          </a:p>
          <a:p>
            <a:pPr indent="-228600">
              <a:lnSpc>
                <a:spcPct val="100000"/>
              </a:lnSpc>
              <a:buFont typeface="Avenir Next LT Pro" panose="020B0504020202020204" pitchFamily="34" charset="0"/>
              <a:buChar char="+"/>
            </a:pPr>
            <a:r>
              <a:rPr lang="en-US" sz="1700"/>
              <a:t>The vehicle is </a:t>
            </a:r>
            <a:r>
              <a:rPr lang="en-US" sz="1700" b="1"/>
              <a:t>divided into four insulated compartments</a:t>
            </a:r>
            <a:r>
              <a:rPr lang="en-US" sz="1700"/>
              <a:t>, each functioning independently to store a different type of food (e.g., vegetables, dairy, meat, bakery) based on its optimal temperature requirements.</a:t>
            </a:r>
          </a:p>
          <a:p>
            <a:pPr indent="-228600">
              <a:lnSpc>
                <a:spcPct val="100000"/>
              </a:lnSpc>
              <a:buFont typeface="Avenir Next LT Pro" panose="020B0504020202020204" pitchFamily="34" charset="0"/>
              <a:buChar char="+"/>
            </a:pPr>
            <a:r>
              <a:rPr lang="en-US" sz="1700"/>
              <a:t>Each compartment is equipped with dedicated sensors, cooling/heating elements, and control logic, allowing it to maintain specific conditions independently regardless of external environment or other compartments.</a:t>
            </a:r>
          </a:p>
        </p:txBody>
      </p:sp>
      <p:pic>
        <p:nvPicPr>
          <p:cNvPr id="8" name="Picture Placeholder 7" descr="A blue truck with a blue trailer&#10;&#10;AI-generated content may be incorrect.">
            <a:extLst>
              <a:ext uri="{FF2B5EF4-FFF2-40B4-BE49-F238E27FC236}">
                <a16:creationId xmlns:a16="http://schemas.microsoft.com/office/drawing/2014/main" id="{BA448AE2-0C84-187F-D65D-26568774537B}"/>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5903" r="15903"/>
          <a:stretch>
            <a:fillRect/>
          </a:stretch>
        </p:blipFill>
        <p:spPr>
          <a:xfrm>
            <a:off x="7172627" y="1527827"/>
            <a:ext cx="4817466" cy="3797091"/>
          </a:xfrm>
          <a:prstGeom prst="rect">
            <a:avLst/>
          </a:prstGeom>
        </p:spPr>
      </p:pic>
      <p:grpSp>
        <p:nvGrpSpPr>
          <p:cNvPr id="53" name="Bottom Right">
            <a:extLst>
              <a:ext uri="{FF2B5EF4-FFF2-40B4-BE49-F238E27FC236}">
                <a16:creationId xmlns:a16="http://schemas.microsoft.com/office/drawing/2014/main" id="{DD2E06CA-048F-403F-AD47-B098C0A25DA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105" name="Freeform: Shape 104">
              <a:extLst>
                <a:ext uri="{FF2B5EF4-FFF2-40B4-BE49-F238E27FC236}">
                  <a16:creationId xmlns:a16="http://schemas.microsoft.com/office/drawing/2014/main" id="{324E2410-B321-4174-8C27-7749F2A57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55" name="Graphic 157">
              <a:extLst>
                <a:ext uri="{FF2B5EF4-FFF2-40B4-BE49-F238E27FC236}">
                  <a16:creationId xmlns:a16="http://schemas.microsoft.com/office/drawing/2014/main" id="{EE03354E-6E8A-4926-8545-B6B873F1F27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57" name="Freeform: Shape 56">
                <a:extLst>
                  <a:ext uri="{FF2B5EF4-FFF2-40B4-BE49-F238E27FC236}">
                    <a16:creationId xmlns:a16="http://schemas.microsoft.com/office/drawing/2014/main" id="{5BBCAC88-02AA-4773-A48A-D144EA52EE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58" name="Freeform: Shape 57">
                <a:extLst>
                  <a:ext uri="{FF2B5EF4-FFF2-40B4-BE49-F238E27FC236}">
                    <a16:creationId xmlns:a16="http://schemas.microsoft.com/office/drawing/2014/main" id="{6C51D753-137C-455D-97D4-ACCB464D93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9" name="Freeform: Shape 58">
                <a:extLst>
                  <a:ext uri="{FF2B5EF4-FFF2-40B4-BE49-F238E27FC236}">
                    <a16:creationId xmlns:a16="http://schemas.microsoft.com/office/drawing/2014/main" id="{02ABCEE4-D638-4555-AC4A-7E190462FA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60" name="Freeform: Shape 59">
                <a:extLst>
                  <a:ext uri="{FF2B5EF4-FFF2-40B4-BE49-F238E27FC236}">
                    <a16:creationId xmlns:a16="http://schemas.microsoft.com/office/drawing/2014/main" id="{2F383AB0-7670-4584-8F01-4324D54BB9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1" name="Freeform: Shape 60">
                <a:extLst>
                  <a:ext uri="{FF2B5EF4-FFF2-40B4-BE49-F238E27FC236}">
                    <a16:creationId xmlns:a16="http://schemas.microsoft.com/office/drawing/2014/main" id="{4CD1567B-7D6D-497B-8CA8-14D96E010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2" name="Freeform: Shape 61">
                <a:extLst>
                  <a:ext uri="{FF2B5EF4-FFF2-40B4-BE49-F238E27FC236}">
                    <a16:creationId xmlns:a16="http://schemas.microsoft.com/office/drawing/2014/main" id="{CF3C4A9D-7E63-4D24-B697-23D58B3160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106" name="Freeform: Shape 105">
                <a:extLst>
                  <a:ext uri="{FF2B5EF4-FFF2-40B4-BE49-F238E27FC236}">
                    <a16:creationId xmlns:a16="http://schemas.microsoft.com/office/drawing/2014/main" id="{315D2559-8BE6-439C-83F0-CE5BF53C94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56" name="Freeform: Shape 55">
              <a:extLst>
                <a:ext uri="{FF2B5EF4-FFF2-40B4-BE49-F238E27FC236}">
                  <a16:creationId xmlns:a16="http://schemas.microsoft.com/office/drawing/2014/main" id="{0A374A4F-696B-4911-BE1B-B180D09A17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3783439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2" name="Top Left">
            <a:extLst>
              <a:ext uri="{FF2B5EF4-FFF2-40B4-BE49-F238E27FC236}">
                <a16:creationId xmlns:a16="http://schemas.microsoft.com/office/drawing/2014/main" id="{7A38728C-77BC-4E70-B960-689E1056EA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3" name="Freeform: Shape 12">
              <a:extLst>
                <a:ext uri="{FF2B5EF4-FFF2-40B4-BE49-F238E27FC236}">
                  <a16:creationId xmlns:a16="http://schemas.microsoft.com/office/drawing/2014/main" id="{E77F1990-5FF8-435F-AEA0-EEADAC8AE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14" name="Freeform: Shape 13">
              <a:extLst>
                <a:ext uri="{FF2B5EF4-FFF2-40B4-BE49-F238E27FC236}">
                  <a16:creationId xmlns:a16="http://schemas.microsoft.com/office/drawing/2014/main" id="{464785CE-2256-40E9-994A-5009BA3397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35000"/>
                </a:schemeClr>
              </a:solidFill>
              <a:prstDash val="lgDash"/>
              <a:round/>
            </a:ln>
          </p:spPr>
          <p:txBody>
            <a:bodyPr rtlCol="0" anchor="ctr"/>
            <a:lstStyle/>
            <a:p>
              <a:endParaRPr lang="en-US"/>
            </a:p>
          </p:txBody>
        </p:sp>
        <p:sp>
          <p:nvSpPr>
            <p:cNvPr id="15" name="Freeform: Shape 14">
              <a:extLst>
                <a:ext uri="{FF2B5EF4-FFF2-40B4-BE49-F238E27FC236}">
                  <a16:creationId xmlns:a16="http://schemas.microsoft.com/office/drawing/2014/main" id="{2ADB3A37-A8CF-4A83-9557-BCF0AE4592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35000"/>
                </a:schemeClr>
              </a:solidFill>
              <a:prstDash val="lgDash"/>
              <a:round/>
            </a:ln>
          </p:spPr>
          <p:txBody>
            <a:bodyPr rtlCol="0" anchor="ctr"/>
            <a:lstStyle/>
            <a:p>
              <a:endParaRPr lang="en-US"/>
            </a:p>
          </p:txBody>
        </p:sp>
        <p:sp>
          <p:nvSpPr>
            <p:cNvPr id="16" name="Freeform: Shape 15">
              <a:extLst>
                <a:ext uri="{FF2B5EF4-FFF2-40B4-BE49-F238E27FC236}">
                  <a16:creationId xmlns:a16="http://schemas.microsoft.com/office/drawing/2014/main" id="{C000F1EE-A903-4DF1-B7F4-7839D1C433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35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643B1BFC-D490-4EED-BCBD-CACB6CE5D1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3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BA0E29B4-595E-470E-B39E-AC8160BB4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35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F7EDEB06-3957-4677-9B94-A5AA52A932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35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F04747DD-3DAB-443F-B3DD-D573484D93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 name="Title 1">
            <a:extLst>
              <a:ext uri="{FF2B5EF4-FFF2-40B4-BE49-F238E27FC236}">
                <a16:creationId xmlns:a16="http://schemas.microsoft.com/office/drawing/2014/main" id="{87DD6845-CA9F-0238-0979-2BA8B573E6DC}"/>
              </a:ext>
            </a:extLst>
          </p:cNvPr>
          <p:cNvSpPr>
            <a:spLocks noGrp="1"/>
          </p:cNvSpPr>
          <p:nvPr>
            <p:ph type="title"/>
          </p:nvPr>
        </p:nvSpPr>
        <p:spPr>
          <a:xfrm>
            <a:off x="1198181" y="559813"/>
            <a:ext cx="4811517" cy="5577934"/>
          </a:xfrm>
        </p:spPr>
        <p:txBody>
          <a:bodyPr>
            <a:normAutofit/>
          </a:bodyPr>
          <a:lstStyle/>
          <a:p>
            <a:r>
              <a:rPr lang="en-IN" dirty="0"/>
              <a:t>Prototype </a:t>
            </a:r>
          </a:p>
        </p:txBody>
      </p:sp>
      <p:grpSp>
        <p:nvGrpSpPr>
          <p:cNvPr id="22" name="Bottom Right">
            <a:extLst>
              <a:ext uri="{FF2B5EF4-FFF2-40B4-BE49-F238E27FC236}">
                <a16:creationId xmlns:a16="http://schemas.microsoft.com/office/drawing/2014/main" id="{79F18033-1460-4018-A612-7791A59443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23" name="Freeform: Shape 22">
              <a:extLst>
                <a:ext uri="{FF2B5EF4-FFF2-40B4-BE49-F238E27FC236}">
                  <a16:creationId xmlns:a16="http://schemas.microsoft.com/office/drawing/2014/main" id="{0DA575E3-8440-4D3D-ADE6-306C68A40E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24" name="Graphic 157">
              <a:extLst>
                <a:ext uri="{FF2B5EF4-FFF2-40B4-BE49-F238E27FC236}">
                  <a16:creationId xmlns:a16="http://schemas.microsoft.com/office/drawing/2014/main" id="{97C091F6-0ACA-47D7-AD10-B0A6434C8FE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6" name="Freeform: Shape 25">
                <a:extLst>
                  <a:ext uri="{FF2B5EF4-FFF2-40B4-BE49-F238E27FC236}">
                    <a16:creationId xmlns:a16="http://schemas.microsoft.com/office/drawing/2014/main" id="{C22CAA67-B5DC-4FC5-8F63-07975585B3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7" name="Freeform: Shape 26">
                <a:extLst>
                  <a:ext uri="{FF2B5EF4-FFF2-40B4-BE49-F238E27FC236}">
                    <a16:creationId xmlns:a16="http://schemas.microsoft.com/office/drawing/2014/main" id="{1F0D0EED-0A88-4489-92EA-6BDE581E18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28" name="Freeform: Shape 27">
                <a:extLst>
                  <a:ext uri="{FF2B5EF4-FFF2-40B4-BE49-F238E27FC236}">
                    <a16:creationId xmlns:a16="http://schemas.microsoft.com/office/drawing/2014/main" id="{D1FA96F0-4E1A-4485-8096-5825381C0B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A36D099C-F03A-4E04-90B8-1113710FC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6BDC2E18-6FEE-460E-B3F5-AE9699B679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31BC359D-4AD5-412F-BFD8-9BC2FDFA76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7352F9A6-591C-49FF-BA68-8BCA6FC494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5" name="Freeform: Shape 24">
              <a:extLst>
                <a:ext uri="{FF2B5EF4-FFF2-40B4-BE49-F238E27FC236}">
                  <a16:creationId xmlns:a16="http://schemas.microsoft.com/office/drawing/2014/main" id="{12FD30F0-A1E2-4FFC-BF98-2BF2C14B95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Content Placeholder 2">
            <a:extLst>
              <a:ext uri="{FF2B5EF4-FFF2-40B4-BE49-F238E27FC236}">
                <a16:creationId xmlns:a16="http://schemas.microsoft.com/office/drawing/2014/main" id="{5CD69749-1B58-EA96-5101-9C9239E503A0}"/>
              </a:ext>
            </a:extLst>
          </p:cNvPr>
          <p:cNvSpPr>
            <a:spLocks noGrp="1"/>
          </p:cNvSpPr>
          <p:nvPr>
            <p:ph idx="1"/>
          </p:nvPr>
        </p:nvSpPr>
        <p:spPr>
          <a:xfrm>
            <a:off x="4642566" y="716366"/>
            <a:ext cx="6862798" cy="5396722"/>
          </a:xfrm>
        </p:spPr>
        <p:txBody>
          <a:bodyPr>
            <a:normAutofit lnSpcReduction="10000"/>
          </a:bodyPr>
          <a:lstStyle/>
          <a:p>
            <a:pPr>
              <a:lnSpc>
                <a:spcPct val="100000"/>
              </a:lnSpc>
              <a:buFont typeface="Arial" panose="020B0604020202020204" pitchFamily="34" charset="0"/>
              <a:buChar char="•"/>
            </a:pPr>
            <a:r>
              <a:rPr lang="en-IN" sz="2000" b="1" dirty="0"/>
              <a:t>DHT11 Sensor</a:t>
            </a:r>
            <a:r>
              <a:rPr lang="en-IN" sz="2000" dirty="0"/>
              <a:t>: Measures temperature and humidity inside the container.</a:t>
            </a:r>
          </a:p>
          <a:p>
            <a:pPr>
              <a:lnSpc>
                <a:spcPct val="100000"/>
              </a:lnSpc>
              <a:buFont typeface="Arial" panose="020B0604020202020204" pitchFamily="34" charset="0"/>
              <a:buChar char="•"/>
            </a:pPr>
            <a:r>
              <a:rPr lang="en-IN" sz="2000" b="1" dirty="0"/>
              <a:t>LM35 Sensor</a:t>
            </a:r>
            <a:r>
              <a:rPr lang="en-IN" sz="2000" dirty="0"/>
              <a:t>: Measures outer temperature.</a:t>
            </a:r>
          </a:p>
          <a:p>
            <a:pPr>
              <a:lnSpc>
                <a:spcPct val="100000"/>
              </a:lnSpc>
              <a:buFont typeface="Arial" panose="020B0604020202020204" pitchFamily="34" charset="0"/>
              <a:buChar char="•"/>
            </a:pPr>
            <a:r>
              <a:rPr lang="en-IN" sz="2000" b="1" dirty="0"/>
              <a:t>DS18B20 Sensor</a:t>
            </a:r>
            <a:r>
              <a:rPr lang="en-IN" sz="2000" dirty="0"/>
              <a:t>: Measures direct food temperature.</a:t>
            </a:r>
          </a:p>
          <a:p>
            <a:pPr>
              <a:lnSpc>
                <a:spcPct val="100000"/>
              </a:lnSpc>
              <a:buFont typeface="Arial" panose="020B0604020202020204" pitchFamily="34" charset="0"/>
              <a:buChar char="•"/>
            </a:pPr>
            <a:r>
              <a:rPr lang="en-IN" sz="2000" b="1" dirty="0"/>
              <a:t>Relay Module</a:t>
            </a:r>
            <a:r>
              <a:rPr lang="en-IN" sz="2000" dirty="0"/>
              <a:t>: Controls the compressor and heater.</a:t>
            </a:r>
          </a:p>
          <a:p>
            <a:pPr>
              <a:lnSpc>
                <a:spcPct val="100000"/>
              </a:lnSpc>
              <a:buFont typeface="Arial" panose="020B0604020202020204" pitchFamily="34" charset="0"/>
              <a:buChar char="•"/>
            </a:pPr>
            <a:r>
              <a:rPr lang="en-IN" sz="2000" b="1" dirty="0"/>
              <a:t>Compressor Unit</a:t>
            </a:r>
            <a:r>
              <a:rPr lang="en-IN" sz="2000" dirty="0"/>
              <a:t>: Provides cooling when the temperature rises.</a:t>
            </a:r>
          </a:p>
          <a:p>
            <a:pPr>
              <a:lnSpc>
                <a:spcPct val="100000"/>
              </a:lnSpc>
              <a:buFont typeface="Arial" panose="020B0604020202020204" pitchFamily="34" charset="0"/>
              <a:buChar char="•"/>
            </a:pPr>
            <a:r>
              <a:rPr lang="en-IN" sz="2000" b="1" dirty="0"/>
              <a:t>Heater Unit</a:t>
            </a:r>
            <a:r>
              <a:rPr lang="en-IN" sz="2000" dirty="0"/>
              <a:t>: Provides heating when transporting hot food.</a:t>
            </a:r>
          </a:p>
          <a:p>
            <a:pPr>
              <a:lnSpc>
                <a:spcPct val="100000"/>
              </a:lnSpc>
              <a:buFont typeface="Arial" panose="020B0604020202020204" pitchFamily="34" charset="0"/>
              <a:buChar char="•"/>
            </a:pPr>
            <a:r>
              <a:rPr lang="en-IN" sz="2000" b="1" dirty="0"/>
              <a:t>LCD Display</a:t>
            </a:r>
            <a:r>
              <a:rPr lang="en-IN" sz="2000" dirty="0"/>
              <a:t>: Shows real-time temperature and humidity.</a:t>
            </a:r>
          </a:p>
          <a:p>
            <a:pPr>
              <a:lnSpc>
                <a:spcPct val="100000"/>
              </a:lnSpc>
              <a:buFont typeface="Arial" panose="020B0604020202020204" pitchFamily="34" charset="0"/>
              <a:buChar char="•"/>
            </a:pPr>
            <a:r>
              <a:rPr lang="en-IN" sz="2000" b="1" dirty="0" err="1"/>
              <a:t>Wifi</a:t>
            </a:r>
            <a:r>
              <a:rPr lang="en-IN" sz="2000" b="1" dirty="0"/>
              <a:t> Module (ESP8266): </a:t>
            </a:r>
            <a:r>
              <a:rPr lang="en-IN" sz="2000" dirty="0"/>
              <a:t>Sends temperature/humidity data to the cloud.</a:t>
            </a:r>
          </a:p>
          <a:p>
            <a:pPr>
              <a:lnSpc>
                <a:spcPct val="100000"/>
              </a:lnSpc>
              <a:buFont typeface="Arial" panose="020B0604020202020204" pitchFamily="34" charset="0"/>
              <a:buChar char="•"/>
            </a:pPr>
            <a:r>
              <a:rPr lang="en-IN" sz="2000" b="1" dirty="0"/>
              <a:t>Cloud Storage (ThingSpeak): </a:t>
            </a:r>
            <a:r>
              <a:rPr lang="en-IN" sz="2000" dirty="0"/>
              <a:t>Stores temperature and humidity data. </a:t>
            </a:r>
          </a:p>
        </p:txBody>
      </p:sp>
    </p:spTree>
    <p:extLst>
      <p:ext uri="{BB962C8B-B14F-4D97-AF65-F5344CB8AC3E}">
        <p14:creationId xmlns:p14="http://schemas.microsoft.com/office/powerpoint/2010/main" val="2639384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E6E589-CE08-5013-53F9-355B66B631AE}"/>
            </a:ext>
          </a:extLst>
        </p:cNvPr>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0" name="Rectangle 39">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42" name="Top left">
            <a:extLst>
              <a:ext uri="{FF2B5EF4-FFF2-40B4-BE49-F238E27FC236}">
                <a16:creationId xmlns:a16="http://schemas.microsoft.com/office/drawing/2014/main" id="{5E5536F2-BB10-4970-9C95-51CCDE8842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25" y="-1543"/>
            <a:ext cx="2198951" cy="3349518"/>
            <a:chOff x="10849" y="-3086"/>
            <a:chExt cx="2198951" cy="3349518"/>
          </a:xfrm>
        </p:grpSpPr>
        <p:sp>
          <p:nvSpPr>
            <p:cNvPr id="43" name="Freeform: Shape 42">
              <a:extLst>
                <a:ext uri="{FF2B5EF4-FFF2-40B4-BE49-F238E27FC236}">
                  <a16:creationId xmlns:a16="http://schemas.microsoft.com/office/drawing/2014/main" id="{D84F3307-86CF-47A4-8B2D-4630B124CA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4" name="Freeform: Shape 43">
              <a:extLst>
                <a:ext uri="{FF2B5EF4-FFF2-40B4-BE49-F238E27FC236}">
                  <a16:creationId xmlns:a16="http://schemas.microsoft.com/office/drawing/2014/main" id="{6EB78D62-DD46-4526-87D7-73C7AE4622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5" name="Freeform: Shape 44">
              <a:extLst>
                <a:ext uri="{FF2B5EF4-FFF2-40B4-BE49-F238E27FC236}">
                  <a16:creationId xmlns:a16="http://schemas.microsoft.com/office/drawing/2014/main" id="{73149E71-5828-490B-97F7-04AE78073B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6" name="Freeform: Shape 45">
              <a:extLst>
                <a:ext uri="{FF2B5EF4-FFF2-40B4-BE49-F238E27FC236}">
                  <a16:creationId xmlns:a16="http://schemas.microsoft.com/office/drawing/2014/main" id="{1280A038-99E0-4B3A-9D3E-3E9CF2E9BE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7" name="Freeform: Shape 46">
              <a:extLst>
                <a:ext uri="{FF2B5EF4-FFF2-40B4-BE49-F238E27FC236}">
                  <a16:creationId xmlns:a16="http://schemas.microsoft.com/office/drawing/2014/main" id="{FFF87F6E-69A2-4944-9B64-76780737D1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8" name="Freeform: Shape 47">
              <a:extLst>
                <a:ext uri="{FF2B5EF4-FFF2-40B4-BE49-F238E27FC236}">
                  <a16:creationId xmlns:a16="http://schemas.microsoft.com/office/drawing/2014/main" id="{8A70C5CB-9CC7-44D6-B2B7-239694D83B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9" name="Freeform: Shape 48">
              <a:extLst>
                <a:ext uri="{FF2B5EF4-FFF2-40B4-BE49-F238E27FC236}">
                  <a16:creationId xmlns:a16="http://schemas.microsoft.com/office/drawing/2014/main" id="{B6EFB0E4-14CB-4396-8BE4-0D078635E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0" name="Freeform: Shape 49">
              <a:extLst>
                <a:ext uri="{FF2B5EF4-FFF2-40B4-BE49-F238E27FC236}">
                  <a16:creationId xmlns:a16="http://schemas.microsoft.com/office/drawing/2014/main" id="{4B51C875-4AA4-432D-B78E-F6EAA927C9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7" name="Title 6">
            <a:extLst>
              <a:ext uri="{FF2B5EF4-FFF2-40B4-BE49-F238E27FC236}">
                <a16:creationId xmlns:a16="http://schemas.microsoft.com/office/drawing/2014/main" id="{F587D6A9-471D-5AB5-FC19-E0757DEB5D65}"/>
              </a:ext>
            </a:extLst>
          </p:cNvPr>
          <p:cNvSpPr>
            <a:spLocks noGrp="1"/>
          </p:cNvSpPr>
          <p:nvPr>
            <p:ph type="title"/>
          </p:nvPr>
        </p:nvSpPr>
        <p:spPr>
          <a:xfrm>
            <a:off x="1326220" y="559676"/>
            <a:ext cx="9782566" cy="1425102"/>
          </a:xfrm>
        </p:spPr>
        <p:txBody>
          <a:bodyPr anchor="t">
            <a:normAutofit/>
          </a:bodyPr>
          <a:lstStyle/>
          <a:p>
            <a:pPr>
              <a:lnSpc>
                <a:spcPct val="90000"/>
              </a:lnSpc>
            </a:pPr>
            <a:r>
              <a:rPr lang="en-US" sz="3100" b="1" dirty="0"/>
              <a:t>Intelligent Temperature-Controlled Container Prototype</a:t>
            </a:r>
            <a:br>
              <a:rPr lang="en-US" sz="3100" b="1" dirty="0"/>
            </a:br>
            <a:endParaRPr lang="en-IN" sz="3100" dirty="0"/>
          </a:p>
        </p:txBody>
      </p:sp>
      <p:grpSp>
        <p:nvGrpSpPr>
          <p:cNvPr id="52" name="Bottom Right">
            <a:extLst>
              <a:ext uri="{FF2B5EF4-FFF2-40B4-BE49-F238E27FC236}">
                <a16:creationId xmlns:a16="http://schemas.microsoft.com/office/drawing/2014/main" id="{4E8659C6-7D51-4002-BCB2-0B4CA79E3F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74976" y="3278144"/>
            <a:ext cx="4211600" cy="3581399"/>
            <a:chOff x="7980400" y="3276601"/>
            <a:chExt cx="4211600" cy="3581399"/>
          </a:xfrm>
        </p:grpSpPr>
        <p:grpSp>
          <p:nvGrpSpPr>
            <p:cNvPr id="53" name="Graphic 157">
              <a:extLst>
                <a:ext uri="{FF2B5EF4-FFF2-40B4-BE49-F238E27FC236}">
                  <a16:creationId xmlns:a16="http://schemas.microsoft.com/office/drawing/2014/main" id="{778A2000-2B7A-4C51-9F5B-3C56C33608D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6"/>
              <a:chOff x="4114800" y="1423987"/>
              <a:chExt cx="3961542" cy="4007547"/>
            </a:xfrm>
            <a:noFill/>
          </p:grpSpPr>
          <p:sp>
            <p:nvSpPr>
              <p:cNvPr id="55" name="Freeform: Shape 54">
                <a:extLst>
                  <a:ext uri="{FF2B5EF4-FFF2-40B4-BE49-F238E27FC236}">
                    <a16:creationId xmlns:a16="http://schemas.microsoft.com/office/drawing/2014/main" id="{26C48C0A-3D52-4FD2-BE0C-FE34279A9B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 name="Freeform: Shape 55">
                <a:extLst>
                  <a:ext uri="{FF2B5EF4-FFF2-40B4-BE49-F238E27FC236}">
                    <a16:creationId xmlns:a16="http://schemas.microsoft.com/office/drawing/2014/main" id="{9A1EDE11-4610-4620-A5D6-76CD71FC62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7" name="Freeform: Shape 56">
                <a:extLst>
                  <a:ext uri="{FF2B5EF4-FFF2-40B4-BE49-F238E27FC236}">
                    <a16:creationId xmlns:a16="http://schemas.microsoft.com/office/drawing/2014/main" id="{93056628-E485-4BB3-98E4-E15AB3695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8" name="Freeform: Shape 57">
                <a:extLst>
                  <a:ext uri="{FF2B5EF4-FFF2-40B4-BE49-F238E27FC236}">
                    <a16:creationId xmlns:a16="http://schemas.microsoft.com/office/drawing/2014/main" id="{C0E026E3-4E37-4419-A836-D9EDEE686F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9" name="Freeform: Shape 58">
                <a:extLst>
                  <a:ext uri="{FF2B5EF4-FFF2-40B4-BE49-F238E27FC236}">
                    <a16:creationId xmlns:a16="http://schemas.microsoft.com/office/drawing/2014/main" id="{0DDC5E35-4BDE-467F-8284-1E0CFF7336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0" name="Freeform: Shape 59">
                <a:extLst>
                  <a:ext uri="{FF2B5EF4-FFF2-40B4-BE49-F238E27FC236}">
                    <a16:creationId xmlns:a16="http://schemas.microsoft.com/office/drawing/2014/main" id="{5BD492C1-3F38-4A64-A6CC-6530A51509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1" name="Freeform: Shape 60">
                <a:extLst>
                  <a:ext uri="{FF2B5EF4-FFF2-40B4-BE49-F238E27FC236}">
                    <a16:creationId xmlns:a16="http://schemas.microsoft.com/office/drawing/2014/main" id="{65A0440B-06F4-454E-88CF-8AD4814FF9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54" name="Freeform: Shape 53">
              <a:extLst>
                <a:ext uri="{FF2B5EF4-FFF2-40B4-BE49-F238E27FC236}">
                  <a16:creationId xmlns:a16="http://schemas.microsoft.com/office/drawing/2014/main" id="{6E9C0DF6-725A-4826-BB35-CC8D0EAC3D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aphicFrame>
        <p:nvGraphicFramePr>
          <p:cNvPr id="34" name="Content Placeholder 4">
            <a:extLst>
              <a:ext uri="{FF2B5EF4-FFF2-40B4-BE49-F238E27FC236}">
                <a16:creationId xmlns:a16="http://schemas.microsoft.com/office/drawing/2014/main" id="{626C35E9-D804-558F-99C8-7BFD2017CB11}"/>
              </a:ext>
            </a:extLst>
          </p:cNvPr>
          <p:cNvGraphicFramePr>
            <a:graphicFrameLocks noGrp="1"/>
          </p:cNvGraphicFramePr>
          <p:nvPr>
            <p:ph idx="1"/>
            <p:extLst>
              <p:ext uri="{D42A27DB-BD31-4B8C-83A1-F6EECF244321}">
                <p14:modId xmlns:p14="http://schemas.microsoft.com/office/powerpoint/2010/main" val="100698843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99268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4" name="Top left">
            <a:extLst>
              <a:ext uri="{FF2B5EF4-FFF2-40B4-BE49-F238E27FC236}">
                <a16:creationId xmlns:a16="http://schemas.microsoft.com/office/drawing/2014/main" id="{34B438D8-EF7C-445C-8B7F-953BEB1BC13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5" name="Freeform: Shape 14">
              <a:extLst>
                <a:ext uri="{FF2B5EF4-FFF2-40B4-BE49-F238E27FC236}">
                  <a16:creationId xmlns:a16="http://schemas.microsoft.com/office/drawing/2014/main" id="{9FE087E2-E4B7-42FA-A441-7EDEE41B00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6" name="Freeform: Shape 15">
              <a:extLst>
                <a:ext uri="{FF2B5EF4-FFF2-40B4-BE49-F238E27FC236}">
                  <a16:creationId xmlns:a16="http://schemas.microsoft.com/office/drawing/2014/main" id="{A61B2EF2-665F-429A-9CFB-08C14FAC99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0B0B1C71-6C49-4F64-8859-9CC59D7D98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66BBF9FA-27D4-45DF-8D9C-623EA4106A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0F2F0D01-71CB-4693-A192-5BA045A5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E740E1FB-ACD1-41FC-9828-9B5D2CAA77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12BABC85-DC43-42B8-8AAA-9198D7A62D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F48F9955-240E-4180-81B8-5909B1A91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C57DA108-678A-21CF-7D36-D9A94C383CB6}"/>
              </a:ext>
            </a:extLst>
          </p:cNvPr>
          <p:cNvSpPr>
            <a:spLocks noGrp="1"/>
          </p:cNvSpPr>
          <p:nvPr>
            <p:ph type="title"/>
          </p:nvPr>
        </p:nvSpPr>
        <p:spPr>
          <a:xfrm>
            <a:off x="706316" y="174647"/>
            <a:ext cx="5242811" cy="2236864"/>
          </a:xfrm>
        </p:spPr>
        <p:txBody>
          <a:bodyPr>
            <a:normAutofit/>
          </a:bodyPr>
          <a:lstStyle/>
          <a:p>
            <a:r>
              <a:rPr lang="en-IN" sz="3200" dirty="0"/>
              <a:t>Key Components Used</a:t>
            </a:r>
          </a:p>
        </p:txBody>
      </p:sp>
      <p:sp>
        <p:nvSpPr>
          <p:cNvPr id="3" name="Content Placeholder 2">
            <a:extLst>
              <a:ext uri="{FF2B5EF4-FFF2-40B4-BE49-F238E27FC236}">
                <a16:creationId xmlns:a16="http://schemas.microsoft.com/office/drawing/2014/main" id="{92145190-E8F6-3BD0-00F0-941C493493E8}"/>
              </a:ext>
            </a:extLst>
          </p:cNvPr>
          <p:cNvSpPr>
            <a:spLocks noGrp="1"/>
          </p:cNvSpPr>
          <p:nvPr>
            <p:ph idx="1"/>
          </p:nvPr>
        </p:nvSpPr>
        <p:spPr>
          <a:xfrm>
            <a:off x="791220" y="2336463"/>
            <a:ext cx="3988112" cy="3157686"/>
          </a:xfrm>
        </p:spPr>
        <p:txBody>
          <a:bodyPr>
            <a:normAutofit fontScale="92500"/>
          </a:bodyPr>
          <a:lstStyle/>
          <a:p>
            <a:pPr marL="0" indent="0">
              <a:lnSpc>
                <a:spcPct val="100000"/>
              </a:lnSpc>
              <a:buNone/>
            </a:pPr>
            <a:r>
              <a:rPr lang="en-IN" sz="3200" b="1" dirty="0"/>
              <a:t>Arduino UNO R3: </a:t>
            </a:r>
            <a:endParaRPr lang="en-IN" sz="1500" dirty="0"/>
          </a:p>
          <a:p>
            <a:pPr>
              <a:lnSpc>
                <a:spcPct val="100000"/>
              </a:lnSpc>
              <a:buFont typeface="Arial" panose="020B0604020202020204" pitchFamily="34" charset="0"/>
              <a:buChar char="•"/>
            </a:pPr>
            <a:endParaRPr lang="en-IN" sz="1500" dirty="0"/>
          </a:p>
          <a:p>
            <a:pPr>
              <a:lnSpc>
                <a:spcPct val="100000"/>
              </a:lnSpc>
              <a:buFont typeface="Arial" panose="020B0604020202020204" pitchFamily="34" charset="0"/>
              <a:buChar char="•"/>
            </a:pPr>
            <a:endParaRPr lang="en-IN" sz="1500" dirty="0"/>
          </a:p>
          <a:p>
            <a:pPr>
              <a:lnSpc>
                <a:spcPct val="100000"/>
              </a:lnSpc>
              <a:buFont typeface="Arial" panose="020B0604020202020204" pitchFamily="34" charset="0"/>
              <a:buChar char="•"/>
            </a:pPr>
            <a:r>
              <a:rPr lang="en-IN" sz="2200" dirty="0"/>
              <a:t>Acts as the </a:t>
            </a:r>
            <a:r>
              <a:rPr lang="en-IN" sz="2200" b="1" dirty="0"/>
              <a:t>brain of the system, </a:t>
            </a:r>
            <a:r>
              <a:rPr lang="en-IN" sz="2200" dirty="0"/>
              <a:t>processes sensor data, and controls devices.</a:t>
            </a:r>
          </a:p>
          <a:p>
            <a:pPr>
              <a:lnSpc>
                <a:spcPct val="100000"/>
              </a:lnSpc>
              <a:buFont typeface="Arial" panose="020B0604020202020204" pitchFamily="34" charset="0"/>
              <a:buChar char="•"/>
            </a:pPr>
            <a:r>
              <a:rPr lang="en-IN" sz="2200" dirty="0"/>
              <a:t>Also has Analog pins, so its easy to implement </a:t>
            </a:r>
            <a:r>
              <a:rPr lang="en-IN" sz="2200" dirty="0" err="1"/>
              <a:t>analog</a:t>
            </a:r>
            <a:r>
              <a:rPr lang="en-IN" sz="2200" dirty="0"/>
              <a:t> pins</a:t>
            </a:r>
          </a:p>
        </p:txBody>
      </p:sp>
      <p:pic>
        <p:nvPicPr>
          <p:cNvPr id="5" name="Picture 4" descr="A blue circuit board with black wires&#10;&#10;AI-generated content may be incorrect.">
            <a:extLst>
              <a:ext uri="{FF2B5EF4-FFF2-40B4-BE49-F238E27FC236}">
                <a16:creationId xmlns:a16="http://schemas.microsoft.com/office/drawing/2014/main" id="{2052BE17-FF43-7F57-34F5-43C21AD57A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2903" y="1103033"/>
            <a:ext cx="6387190" cy="4646680"/>
          </a:xfrm>
          <a:prstGeom prst="rect">
            <a:avLst/>
          </a:prstGeom>
        </p:spPr>
      </p:pic>
      <p:grpSp>
        <p:nvGrpSpPr>
          <p:cNvPr id="24" name="Bottom Right">
            <a:extLst>
              <a:ext uri="{FF2B5EF4-FFF2-40B4-BE49-F238E27FC236}">
                <a16:creationId xmlns:a16="http://schemas.microsoft.com/office/drawing/2014/main" id="{284021E3-6F46-410C-BF43-B2DED73655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25" name="Freeform: Shape 24">
              <a:extLst>
                <a:ext uri="{FF2B5EF4-FFF2-40B4-BE49-F238E27FC236}">
                  <a16:creationId xmlns:a16="http://schemas.microsoft.com/office/drawing/2014/main" id="{A48AF179-3265-4A10-A62C-92B7E186C3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26" name="Graphic 157">
              <a:extLst>
                <a:ext uri="{FF2B5EF4-FFF2-40B4-BE49-F238E27FC236}">
                  <a16:creationId xmlns:a16="http://schemas.microsoft.com/office/drawing/2014/main" id="{30DF5C12-B34D-4E70-8FD0-D98069994E4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8" name="Freeform: Shape 27">
                <a:extLst>
                  <a:ext uri="{FF2B5EF4-FFF2-40B4-BE49-F238E27FC236}">
                    <a16:creationId xmlns:a16="http://schemas.microsoft.com/office/drawing/2014/main" id="{9589785B-0300-4D1C-BEFB-DCA5AA0450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7F41DF3E-3189-428F-B4FE-AACA351306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7C51D846-61EF-4EB5-BE03-65A572A2EA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C5417C86-AA6B-4AD4-BD75-694E8E073E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51D5067E-85F6-4202-AFB5-41F9C9EA7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A9598395-257E-4B18-949B-50F109866B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39DDA522-37EB-48B3-9B62-748F75D36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7" name="Freeform: Shape 26">
              <a:extLst>
                <a:ext uri="{FF2B5EF4-FFF2-40B4-BE49-F238E27FC236}">
                  <a16:creationId xmlns:a16="http://schemas.microsoft.com/office/drawing/2014/main" id="{B9D8F012-98AD-4320-BA44-DE1CE4E4D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0554369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F4384A-A29F-8706-ED57-AD838E03BAC0}"/>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760D8900-E216-D28D-DAC6-A8C6FF09CB49}"/>
              </a:ext>
            </a:extLst>
          </p:cNvPr>
          <p:cNvSpPr>
            <a:spLocks noGrp="1"/>
          </p:cNvSpPr>
          <p:nvPr>
            <p:ph type="title"/>
          </p:nvPr>
        </p:nvSpPr>
        <p:spPr>
          <a:xfrm>
            <a:off x="5388460" y="559813"/>
            <a:ext cx="5605358" cy="1664573"/>
          </a:xfrm>
        </p:spPr>
        <p:txBody>
          <a:bodyPr>
            <a:normAutofit/>
          </a:bodyPr>
          <a:lstStyle/>
          <a:p>
            <a:r>
              <a:rPr lang="en-IN" sz="3600" dirty="0"/>
              <a:t>Key Components Used</a:t>
            </a:r>
          </a:p>
        </p:txBody>
      </p:sp>
      <p:pic>
        <p:nvPicPr>
          <p:cNvPr id="5" name="Picture 4">
            <a:extLst>
              <a:ext uri="{FF2B5EF4-FFF2-40B4-BE49-F238E27FC236}">
                <a16:creationId xmlns:a16="http://schemas.microsoft.com/office/drawing/2014/main" id="{81DA97FA-82F3-02C3-F696-B2ED5CFD6A4C}"/>
              </a:ext>
            </a:extLst>
          </p:cNvPr>
          <p:cNvPicPr>
            <a:picLocks noChangeAspect="1"/>
          </p:cNvPicPr>
          <p:nvPr/>
        </p:nvPicPr>
        <p:blipFill>
          <a:blip r:embed="rId2">
            <a:extLst>
              <a:ext uri="{28A0092B-C50C-407E-A947-70E740481C1C}">
                <a14:useLocalDpi xmlns:a14="http://schemas.microsoft.com/office/drawing/2010/main" val="0"/>
              </a:ext>
            </a:extLst>
          </a:blip>
          <a:stretch/>
        </p:blipFill>
        <p:spPr>
          <a:xfrm>
            <a:off x="201906" y="1282601"/>
            <a:ext cx="4817466" cy="4287544"/>
          </a:xfrm>
          <a:prstGeom prst="rect">
            <a:avLst/>
          </a:prstGeom>
        </p:spPr>
      </p:pic>
      <p:grpSp>
        <p:nvGrpSpPr>
          <p:cNvPr id="43" name="Top left">
            <a:extLst>
              <a:ext uri="{FF2B5EF4-FFF2-40B4-BE49-F238E27FC236}">
                <a16:creationId xmlns:a16="http://schemas.microsoft.com/office/drawing/2014/main" id="{C4F70370-17DE-499D-8256-4F9A352BA9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44" name="Freeform: Shape 43">
              <a:extLst>
                <a:ext uri="{FF2B5EF4-FFF2-40B4-BE49-F238E27FC236}">
                  <a16:creationId xmlns:a16="http://schemas.microsoft.com/office/drawing/2014/main" id="{267F3889-D5A7-4B0B-A5C8-910CE49F90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5" name="Freeform: Shape 44">
              <a:extLst>
                <a:ext uri="{FF2B5EF4-FFF2-40B4-BE49-F238E27FC236}">
                  <a16:creationId xmlns:a16="http://schemas.microsoft.com/office/drawing/2014/main" id="{80968393-494B-4758-914C-AC92C7411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46" name="Freeform: Shape 45">
              <a:extLst>
                <a:ext uri="{FF2B5EF4-FFF2-40B4-BE49-F238E27FC236}">
                  <a16:creationId xmlns:a16="http://schemas.microsoft.com/office/drawing/2014/main" id="{13B9ECD2-208D-4E4C-85C7-86FAEFBCF6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47" name="Freeform: Shape 46">
              <a:extLst>
                <a:ext uri="{FF2B5EF4-FFF2-40B4-BE49-F238E27FC236}">
                  <a16:creationId xmlns:a16="http://schemas.microsoft.com/office/drawing/2014/main" id="{5CEC0DB1-FD35-4E6A-A339-227F3A2D61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48" name="Freeform: Shape 47">
              <a:extLst>
                <a:ext uri="{FF2B5EF4-FFF2-40B4-BE49-F238E27FC236}">
                  <a16:creationId xmlns:a16="http://schemas.microsoft.com/office/drawing/2014/main" id="{FE530033-EC4D-4252-B937-8ABB2D681D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49" name="Freeform: Shape 48">
              <a:extLst>
                <a:ext uri="{FF2B5EF4-FFF2-40B4-BE49-F238E27FC236}">
                  <a16:creationId xmlns:a16="http://schemas.microsoft.com/office/drawing/2014/main" id="{2136133D-A7F2-42FA-B919-60AC41C778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50" name="Freeform: Shape 49">
              <a:extLst>
                <a:ext uri="{FF2B5EF4-FFF2-40B4-BE49-F238E27FC236}">
                  <a16:creationId xmlns:a16="http://schemas.microsoft.com/office/drawing/2014/main" id="{54D267CA-94E7-4FD5-942D-5C3DE29C91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51" name="Freeform: Shape 50">
              <a:extLst>
                <a:ext uri="{FF2B5EF4-FFF2-40B4-BE49-F238E27FC236}">
                  <a16:creationId xmlns:a16="http://schemas.microsoft.com/office/drawing/2014/main" id="{30D7B39F-6C07-4FE8-A354-9F9A12609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grpSp>
        <p:nvGrpSpPr>
          <p:cNvPr id="53" name="Bottom Right">
            <a:extLst>
              <a:ext uri="{FF2B5EF4-FFF2-40B4-BE49-F238E27FC236}">
                <a16:creationId xmlns:a16="http://schemas.microsoft.com/office/drawing/2014/main" id="{C493BE25-7BED-4AAF-B05A-9EB10C80EF7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54" name="Freeform: Shape 53">
              <a:extLst>
                <a:ext uri="{FF2B5EF4-FFF2-40B4-BE49-F238E27FC236}">
                  <a16:creationId xmlns:a16="http://schemas.microsoft.com/office/drawing/2014/main" id="{2C74F867-72FD-4FAA-9932-767684A75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55" name="Graphic 157">
              <a:extLst>
                <a:ext uri="{FF2B5EF4-FFF2-40B4-BE49-F238E27FC236}">
                  <a16:creationId xmlns:a16="http://schemas.microsoft.com/office/drawing/2014/main" id="{186A5D6B-01F1-41A2-8AE2-E20E30B0488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57" name="Freeform: Shape 56">
                <a:extLst>
                  <a:ext uri="{FF2B5EF4-FFF2-40B4-BE49-F238E27FC236}">
                    <a16:creationId xmlns:a16="http://schemas.microsoft.com/office/drawing/2014/main" id="{6FB5D595-CCC3-47E7-B8F1-88394EF1FD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58" name="Freeform: Shape 57">
                <a:extLst>
                  <a:ext uri="{FF2B5EF4-FFF2-40B4-BE49-F238E27FC236}">
                    <a16:creationId xmlns:a16="http://schemas.microsoft.com/office/drawing/2014/main" id="{E36CCDE7-57DC-4910-B815-A1C0C0D8D1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9" name="Freeform: Shape 58">
                <a:extLst>
                  <a:ext uri="{FF2B5EF4-FFF2-40B4-BE49-F238E27FC236}">
                    <a16:creationId xmlns:a16="http://schemas.microsoft.com/office/drawing/2014/main" id="{005B41E5-C3EB-4C22-B6DE-8928C8314E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60" name="Freeform: Shape 59">
                <a:extLst>
                  <a:ext uri="{FF2B5EF4-FFF2-40B4-BE49-F238E27FC236}">
                    <a16:creationId xmlns:a16="http://schemas.microsoft.com/office/drawing/2014/main" id="{CC24D105-2918-455F-B496-92D82E1BD0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1" name="Freeform: Shape 60">
                <a:extLst>
                  <a:ext uri="{FF2B5EF4-FFF2-40B4-BE49-F238E27FC236}">
                    <a16:creationId xmlns:a16="http://schemas.microsoft.com/office/drawing/2014/main" id="{9FA8C24E-CE9B-4872-9D15-D4B4A24D54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2" name="Freeform: Shape 61">
                <a:extLst>
                  <a:ext uri="{FF2B5EF4-FFF2-40B4-BE49-F238E27FC236}">
                    <a16:creationId xmlns:a16="http://schemas.microsoft.com/office/drawing/2014/main" id="{60726FA3-32BA-48EA-8DCB-23BBFC7188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3" name="Freeform: Shape 62">
                <a:extLst>
                  <a:ext uri="{FF2B5EF4-FFF2-40B4-BE49-F238E27FC236}">
                    <a16:creationId xmlns:a16="http://schemas.microsoft.com/office/drawing/2014/main" id="{BEB3500D-7293-48F7-8F7E-D60FF252C1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56" name="Freeform: Shape 55">
              <a:extLst>
                <a:ext uri="{FF2B5EF4-FFF2-40B4-BE49-F238E27FC236}">
                  <a16:creationId xmlns:a16="http://schemas.microsoft.com/office/drawing/2014/main" id="{C1D84803-4454-41CE-AFB6-447705465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Content Placeholder 2">
            <a:extLst>
              <a:ext uri="{FF2B5EF4-FFF2-40B4-BE49-F238E27FC236}">
                <a16:creationId xmlns:a16="http://schemas.microsoft.com/office/drawing/2014/main" id="{4398FF95-D870-C232-D8CB-CF17FCC2BE26}"/>
              </a:ext>
            </a:extLst>
          </p:cNvPr>
          <p:cNvSpPr>
            <a:spLocks noGrp="1"/>
          </p:cNvSpPr>
          <p:nvPr>
            <p:ph idx="1"/>
          </p:nvPr>
        </p:nvSpPr>
        <p:spPr>
          <a:xfrm>
            <a:off x="5401248" y="2384474"/>
            <a:ext cx="5604997" cy="3728613"/>
          </a:xfrm>
        </p:spPr>
        <p:txBody>
          <a:bodyPr>
            <a:normAutofit/>
          </a:bodyPr>
          <a:lstStyle/>
          <a:p>
            <a:pPr marL="0" indent="0">
              <a:buNone/>
            </a:pPr>
            <a:r>
              <a:rPr lang="en-IN" b="1" dirty="0"/>
              <a:t>ESP01 (</a:t>
            </a:r>
            <a:r>
              <a:rPr lang="en-IN" b="1" dirty="0" err="1"/>
              <a:t>Wifi</a:t>
            </a:r>
            <a:r>
              <a:rPr lang="en-IN" b="1" dirty="0"/>
              <a:t> Module)</a:t>
            </a:r>
            <a:endParaRPr lang="en-IN" sz="1800" dirty="0"/>
          </a:p>
          <a:p>
            <a:pPr>
              <a:buFont typeface="Arial" panose="020B0604020202020204" pitchFamily="34" charset="0"/>
              <a:buChar char="•"/>
            </a:pPr>
            <a:endParaRPr lang="en-IN" sz="1800" dirty="0"/>
          </a:p>
          <a:p>
            <a:pPr>
              <a:buFont typeface="Arial" panose="020B0604020202020204" pitchFamily="34" charset="0"/>
              <a:buChar char="•"/>
            </a:pPr>
            <a:r>
              <a:rPr lang="en-US" sz="2000" dirty="0"/>
              <a:t>Handles </a:t>
            </a:r>
            <a:r>
              <a:rPr lang="en-US" sz="2000" b="1" dirty="0"/>
              <a:t>Wi-Fi connectivity </a:t>
            </a:r>
            <a:r>
              <a:rPr lang="en-US" sz="2000" dirty="0"/>
              <a:t>and uploads sensor data to </a:t>
            </a:r>
            <a:r>
              <a:rPr lang="en-US" sz="2000" b="1" dirty="0" err="1"/>
              <a:t>ThingSpeak</a:t>
            </a:r>
            <a:r>
              <a:rPr lang="en-US" sz="2000" b="1" dirty="0"/>
              <a:t> </a:t>
            </a:r>
            <a:r>
              <a:rPr lang="en-US" sz="2000" dirty="0"/>
              <a:t>for cloud-based monitoring.</a:t>
            </a:r>
            <a:endParaRPr lang="en-IN" sz="3200" dirty="0"/>
          </a:p>
        </p:txBody>
      </p:sp>
    </p:spTree>
    <p:extLst>
      <p:ext uri="{BB962C8B-B14F-4D97-AF65-F5344CB8AC3E}">
        <p14:creationId xmlns:p14="http://schemas.microsoft.com/office/powerpoint/2010/main" val="8680940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D8977E-2D1E-0EEA-C608-B1DA1CB28E9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CE7B649-6CAE-E0D2-F0CC-AA52AF49EF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A333A993-DB90-325B-BAF4-BCDA8208C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4" name="Top left">
            <a:extLst>
              <a:ext uri="{FF2B5EF4-FFF2-40B4-BE49-F238E27FC236}">
                <a16:creationId xmlns:a16="http://schemas.microsoft.com/office/drawing/2014/main" id="{581C37AA-7A0E-2BE4-455E-E96AFD3518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5" name="Freeform: Shape 14">
              <a:extLst>
                <a:ext uri="{FF2B5EF4-FFF2-40B4-BE49-F238E27FC236}">
                  <a16:creationId xmlns:a16="http://schemas.microsoft.com/office/drawing/2014/main" id="{AF8188F5-6754-7A70-944E-99374CA9CD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6" name="Freeform: Shape 15">
              <a:extLst>
                <a:ext uri="{FF2B5EF4-FFF2-40B4-BE49-F238E27FC236}">
                  <a16:creationId xmlns:a16="http://schemas.microsoft.com/office/drawing/2014/main" id="{91F54E72-AAD7-61D7-B4A3-EF36DEE12A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150E1607-3416-A88B-A6B6-3472ABDEA4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D5A32564-D746-EC08-107E-86E82DB57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25E088B4-52F7-6483-6247-0EB91AE6F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ACA11F47-0A06-44B9-36BE-FACD99F1A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004953EF-A253-E7C3-B78D-D9AD969E8A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ACA3E44D-3137-DE36-8DE0-1D3A26B6BB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029CB261-FE6B-B867-C8F3-2DEBDCC36784}"/>
              </a:ext>
            </a:extLst>
          </p:cNvPr>
          <p:cNvSpPr>
            <a:spLocks noGrp="1"/>
          </p:cNvSpPr>
          <p:nvPr>
            <p:ph type="title"/>
          </p:nvPr>
        </p:nvSpPr>
        <p:spPr>
          <a:xfrm>
            <a:off x="706316" y="174647"/>
            <a:ext cx="5242811" cy="2236864"/>
          </a:xfrm>
        </p:spPr>
        <p:txBody>
          <a:bodyPr>
            <a:normAutofit/>
          </a:bodyPr>
          <a:lstStyle/>
          <a:p>
            <a:r>
              <a:rPr lang="en-IN" sz="3600" dirty="0"/>
              <a:t>Sensors</a:t>
            </a:r>
          </a:p>
        </p:txBody>
      </p:sp>
      <p:sp>
        <p:nvSpPr>
          <p:cNvPr id="3" name="Content Placeholder 2">
            <a:extLst>
              <a:ext uri="{FF2B5EF4-FFF2-40B4-BE49-F238E27FC236}">
                <a16:creationId xmlns:a16="http://schemas.microsoft.com/office/drawing/2014/main" id="{25C98A26-759E-5811-658D-C45796E24291}"/>
              </a:ext>
            </a:extLst>
          </p:cNvPr>
          <p:cNvSpPr>
            <a:spLocks noGrp="1"/>
          </p:cNvSpPr>
          <p:nvPr>
            <p:ph idx="1"/>
          </p:nvPr>
        </p:nvSpPr>
        <p:spPr>
          <a:xfrm>
            <a:off x="791220" y="2336463"/>
            <a:ext cx="4898126" cy="3157686"/>
          </a:xfrm>
        </p:spPr>
        <p:txBody>
          <a:bodyPr>
            <a:normAutofit fontScale="85000" lnSpcReduction="20000"/>
          </a:bodyPr>
          <a:lstStyle/>
          <a:p>
            <a:pPr marL="0" indent="0">
              <a:lnSpc>
                <a:spcPct val="100000"/>
              </a:lnSpc>
              <a:buNone/>
            </a:pPr>
            <a:r>
              <a:rPr lang="en-IN" sz="3200" b="1" dirty="0"/>
              <a:t>DHT11</a:t>
            </a:r>
            <a:r>
              <a:rPr lang="en-IN" sz="3200" dirty="0"/>
              <a:t>(Digital Humidity and Temp Sensor)</a:t>
            </a:r>
            <a:endParaRPr lang="en-IN" sz="1500" dirty="0"/>
          </a:p>
          <a:p>
            <a:pPr>
              <a:lnSpc>
                <a:spcPct val="100000"/>
              </a:lnSpc>
              <a:buFont typeface="Arial" panose="020B0604020202020204" pitchFamily="34" charset="0"/>
              <a:buChar char="•"/>
            </a:pPr>
            <a:endParaRPr lang="en-IN" sz="1500" dirty="0"/>
          </a:p>
          <a:p>
            <a:pPr>
              <a:lnSpc>
                <a:spcPct val="100000"/>
              </a:lnSpc>
              <a:buFont typeface="Arial" panose="020B0604020202020204" pitchFamily="34" charset="0"/>
              <a:buChar char="•"/>
            </a:pPr>
            <a:r>
              <a:rPr lang="en-US" sz="2400" dirty="0"/>
              <a:t>Measures </a:t>
            </a:r>
            <a:r>
              <a:rPr lang="en-US" sz="2400" b="1" dirty="0"/>
              <a:t>ambient temperature </a:t>
            </a:r>
            <a:r>
              <a:rPr lang="en-US" sz="2400" dirty="0"/>
              <a:t>and humidity.</a:t>
            </a:r>
          </a:p>
          <a:p>
            <a:pPr>
              <a:lnSpc>
                <a:spcPct val="100000"/>
              </a:lnSpc>
              <a:buFont typeface="Arial" panose="020B0604020202020204" pitchFamily="34" charset="0"/>
              <a:buChar char="•"/>
            </a:pPr>
            <a:r>
              <a:rPr lang="en-US" sz="2400" dirty="0"/>
              <a:t>Provides data for environmental tracking and alerts.</a:t>
            </a:r>
          </a:p>
          <a:p>
            <a:pPr>
              <a:lnSpc>
                <a:spcPct val="100000"/>
              </a:lnSpc>
              <a:buFont typeface="Arial" panose="020B0604020202020204" pitchFamily="34" charset="0"/>
              <a:buChar char="•"/>
            </a:pPr>
            <a:r>
              <a:rPr lang="en-US" sz="2400" dirty="0"/>
              <a:t>Helps ensure proper storage conditions for food.</a:t>
            </a:r>
            <a:endParaRPr lang="en-IN" sz="4200" dirty="0"/>
          </a:p>
        </p:txBody>
      </p:sp>
      <p:pic>
        <p:nvPicPr>
          <p:cNvPr id="5" name="Picture 4">
            <a:extLst>
              <a:ext uri="{FF2B5EF4-FFF2-40B4-BE49-F238E27FC236}">
                <a16:creationId xmlns:a16="http://schemas.microsoft.com/office/drawing/2014/main" id="{7175D407-6A5B-A656-7AD3-ED01CE04711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502655" y="1105660"/>
            <a:ext cx="4646680" cy="4646680"/>
          </a:xfrm>
          <a:prstGeom prst="rect">
            <a:avLst/>
          </a:prstGeom>
        </p:spPr>
      </p:pic>
      <p:grpSp>
        <p:nvGrpSpPr>
          <p:cNvPr id="24" name="Bottom Right">
            <a:extLst>
              <a:ext uri="{FF2B5EF4-FFF2-40B4-BE49-F238E27FC236}">
                <a16:creationId xmlns:a16="http://schemas.microsoft.com/office/drawing/2014/main" id="{B76E7220-7A4C-050C-567D-3CE50006B91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25" name="Freeform: Shape 24">
              <a:extLst>
                <a:ext uri="{FF2B5EF4-FFF2-40B4-BE49-F238E27FC236}">
                  <a16:creationId xmlns:a16="http://schemas.microsoft.com/office/drawing/2014/main" id="{2DA10FBB-4662-3210-3BFE-AFD86F495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26" name="Graphic 157">
              <a:extLst>
                <a:ext uri="{FF2B5EF4-FFF2-40B4-BE49-F238E27FC236}">
                  <a16:creationId xmlns:a16="http://schemas.microsoft.com/office/drawing/2014/main" id="{26A212D0-DD1B-9FC9-FA0E-EEC0CA3FEC7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8" name="Freeform: Shape 27">
                <a:extLst>
                  <a:ext uri="{FF2B5EF4-FFF2-40B4-BE49-F238E27FC236}">
                    <a16:creationId xmlns:a16="http://schemas.microsoft.com/office/drawing/2014/main" id="{60657D5E-3B27-BC56-4115-283D176360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DBD66C6D-BB3D-FF63-A6E1-F626E43433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2F4122EE-7504-881E-7230-C87238B57F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0902E847-8211-D0FA-6A28-B6D1D08CC0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62C2BF0A-0B7B-0C6A-0D02-6D2E926230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B2F3876D-BBDB-19C2-3C98-A098925E3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C06E103E-91E4-83E4-2847-C6C1909E1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7" name="Freeform: Shape 26">
              <a:extLst>
                <a:ext uri="{FF2B5EF4-FFF2-40B4-BE49-F238E27FC236}">
                  <a16:creationId xmlns:a16="http://schemas.microsoft.com/office/drawing/2014/main" id="{1B12293B-7172-400E-3E93-FBA7114672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4099470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B2BEA4-2EE8-DC06-332B-3C78167A4294}"/>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DB8C5CC3-8BFA-4A45-BC58-4EA0BE3F7B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487E0A6C-C5A1-6EFF-B01D-3C02F9BFE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692CF21F-C011-8C7A-B087-4115178F0337}"/>
              </a:ext>
            </a:extLst>
          </p:cNvPr>
          <p:cNvSpPr>
            <a:spLocks noGrp="1"/>
          </p:cNvSpPr>
          <p:nvPr>
            <p:ph type="title"/>
          </p:nvPr>
        </p:nvSpPr>
        <p:spPr>
          <a:xfrm>
            <a:off x="5574949" y="621861"/>
            <a:ext cx="5605358" cy="1664573"/>
          </a:xfrm>
        </p:spPr>
        <p:txBody>
          <a:bodyPr>
            <a:normAutofit/>
          </a:bodyPr>
          <a:lstStyle/>
          <a:p>
            <a:pPr algn="r"/>
            <a:r>
              <a:rPr lang="en-IN" sz="3600" dirty="0"/>
              <a:t>Sensors</a:t>
            </a:r>
          </a:p>
        </p:txBody>
      </p:sp>
      <p:pic>
        <p:nvPicPr>
          <p:cNvPr id="5" name="Picture 4">
            <a:extLst>
              <a:ext uri="{FF2B5EF4-FFF2-40B4-BE49-F238E27FC236}">
                <a16:creationId xmlns:a16="http://schemas.microsoft.com/office/drawing/2014/main" id="{C239224A-C0DD-727F-B8AE-77F7F48102B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56282" y="1285228"/>
            <a:ext cx="4268488" cy="4287544"/>
          </a:xfrm>
          <a:prstGeom prst="rect">
            <a:avLst/>
          </a:prstGeom>
        </p:spPr>
      </p:pic>
      <p:grpSp>
        <p:nvGrpSpPr>
          <p:cNvPr id="43" name="Top left">
            <a:extLst>
              <a:ext uri="{FF2B5EF4-FFF2-40B4-BE49-F238E27FC236}">
                <a16:creationId xmlns:a16="http://schemas.microsoft.com/office/drawing/2014/main" id="{B528E697-EA2C-0E78-0DB9-C79502881AF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44" name="Freeform: Shape 43">
              <a:extLst>
                <a:ext uri="{FF2B5EF4-FFF2-40B4-BE49-F238E27FC236}">
                  <a16:creationId xmlns:a16="http://schemas.microsoft.com/office/drawing/2014/main" id="{E785E0B2-F489-9118-500C-8E6E770982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5" name="Freeform: Shape 44">
              <a:extLst>
                <a:ext uri="{FF2B5EF4-FFF2-40B4-BE49-F238E27FC236}">
                  <a16:creationId xmlns:a16="http://schemas.microsoft.com/office/drawing/2014/main" id="{48D5F266-E0BA-708D-00D8-0B5CE4D31E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46" name="Freeform: Shape 45">
              <a:extLst>
                <a:ext uri="{FF2B5EF4-FFF2-40B4-BE49-F238E27FC236}">
                  <a16:creationId xmlns:a16="http://schemas.microsoft.com/office/drawing/2014/main" id="{FE89FF3E-BE4F-25E3-1597-BC22A4A880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47" name="Freeform: Shape 46">
              <a:extLst>
                <a:ext uri="{FF2B5EF4-FFF2-40B4-BE49-F238E27FC236}">
                  <a16:creationId xmlns:a16="http://schemas.microsoft.com/office/drawing/2014/main" id="{ED14DA4C-609A-8A6E-2CBD-D5661B8ED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48" name="Freeform: Shape 47">
              <a:extLst>
                <a:ext uri="{FF2B5EF4-FFF2-40B4-BE49-F238E27FC236}">
                  <a16:creationId xmlns:a16="http://schemas.microsoft.com/office/drawing/2014/main" id="{37D3F802-A43E-649D-8AF7-AACB5B80E0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49" name="Freeform: Shape 48">
              <a:extLst>
                <a:ext uri="{FF2B5EF4-FFF2-40B4-BE49-F238E27FC236}">
                  <a16:creationId xmlns:a16="http://schemas.microsoft.com/office/drawing/2014/main" id="{729F7387-D595-6F0B-5102-A49791BF0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50" name="Freeform: Shape 49">
              <a:extLst>
                <a:ext uri="{FF2B5EF4-FFF2-40B4-BE49-F238E27FC236}">
                  <a16:creationId xmlns:a16="http://schemas.microsoft.com/office/drawing/2014/main" id="{7BE990FC-89BE-DEE0-4A6D-1C1D27F51E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51" name="Freeform: Shape 50">
              <a:extLst>
                <a:ext uri="{FF2B5EF4-FFF2-40B4-BE49-F238E27FC236}">
                  <a16:creationId xmlns:a16="http://schemas.microsoft.com/office/drawing/2014/main" id="{48D36E2B-54BD-D335-8E60-D3BF36318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grpSp>
        <p:nvGrpSpPr>
          <p:cNvPr id="53" name="Bottom Right">
            <a:extLst>
              <a:ext uri="{FF2B5EF4-FFF2-40B4-BE49-F238E27FC236}">
                <a16:creationId xmlns:a16="http://schemas.microsoft.com/office/drawing/2014/main" id="{A63AFCA6-4888-E857-5132-7F14D967F7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54" name="Freeform: Shape 53">
              <a:extLst>
                <a:ext uri="{FF2B5EF4-FFF2-40B4-BE49-F238E27FC236}">
                  <a16:creationId xmlns:a16="http://schemas.microsoft.com/office/drawing/2014/main" id="{A74CB293-89E0-DEBB-4F14-9F5A2329B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55" name="Graphic 157">
              <a:extLst>
                <a:ext uri="{FF2B5EF4-FFF2-40B4-BE49-F238E27FC236}">
                  <a16:creationId xmlns:a16="http://schemas.microsoft.com/office/drawing/2014/main" id="{10B9083C-4078-2F66-19C8-EC5AA121DC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57" name="Freeform: Shape 56">
                <a:extLst>
                  <a:ext uri="{FF2B5EF4-FFF2-40B4-BE49-F238E27FC236}">
                    <a16:creationId xmlns:a16="http://schemas.microsoft.com/office/drawing/2014/main" id="{641D90A9-4DDF-6130-2226-4DC525640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58" name="Freeform: Shape 57">
                <a:extLst>
                  <a:ext uri="{FF2B5EF4-FFF2-40B4-BE49-F238E27FC236}">
                    <a16:creationId xmlns:a16="http://schemas.microsoft.com/office/drawing/2014/main" id="{D518B6DF-2C27-111A-6C52-9E0C45FC3B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9" name="Freeform: Shape 58">
                <a:extLst>
                  <a:ext uri="{FF2B5EF4-FFF2-40B4-BE49-F238E27FC236}">
                    <a16:creationId xmlns:a16="http://schemas.microsoft.com/office/drawing/2014/main" id="{4839227F-1107-FE8A-9599-F880E5264B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60" name="Freeform: Shape 59">
                <a:extLst>
                  <a:ext uri="{FF2B5EF4-FFF2-40B4-BE49-F238E27FC236}">
                    <a16:creationId xmlns:a16="http://schemas.microsoft.com/office/drawing/2014/main" id="{EDD57B8C-2E12-6D5D-3CF7-94241F674E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1" name="Freeform: Shape 60">
                <a:extLst>
                  <a:ext uri="{FF2B5EF4-FFF2-40B4-BE49-F238E27FC236}">
                    <a16:creationId xmlns:a16="http://schemas.microsoft.com/office/drawing/2014/main" id="{2C199A80-A07E-9ACB-0CBF-2B075AF3E0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2" name="Freeform: Shape 61">
                <a:extLst>
                  <a:ext uri="{FF2B5EF4-FFF2-40B4-BE49-F238E27FC236}">
                    <a16:creationId xmlns:a16="http://schemas.microsoft.com/office/drawing/2014/main" id="{F570F0CF-98A0-C7C6-97BF-5303F19022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3" name="Freeform: Shape 62">
                <a:extLst>
                  <a:ext uri="{FF2B5EF4-FFF2-40B4-BE49-F238E27FC236}">
                    <a16:creationId xmlns:a16="http://schemas.microsoft.com/office/drawing/2014/main" id="{5D6F5FE2-91F8-67E7-7E7E-4BE2FF8A79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56" name="Freeform: Shape 55">
              <a:extLst>
                <a:ext uri="{FF2B5EF4-FFF2-40B4-BE49-F238E27FC236}">
                  <a16:creationId xmlns:a16="http://schemas.microsoft.com/office/drawing/2014/main" id="{7E0C9501-A716-4519-1899-E0E78855EA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Content Placeholder 2">
            <a:extLst>
              <a:ext uri="{FF2B5EF4-FFF2-40B4-BE49-F238E27FC236}">
                <a16:creationId xmlns:a16="http://schemas.microsoft.com/office/drawing/2014/main" id="{7684FD5B-CF2A-BD89-8194-29DF57A03787}"/>
              </a:ext>
            </a:extLst>
          </p:cNvPr>
          <p:cNvSpPr>
            <a:spLocks noGrp="1"/>
          </p:cNvSpPr>
          <p:nvPr>
            <p:ph idx="1"/>
          </p:nvPr>
        </p:nvSpPr>
        <p:spPr>
          <a:xfrm>
            <a:off x="5665338" y="2106119"/>
            <a:ext cx="5604997" cy="3728613"/>
          </a:xfrm>
        </p:spPr>
        <p:txBody>
          <a:bodyPr>
            <a:normAutofit/>
          </a:bodyPr>
          <a:lstStyle/>
          <a:p>
            <a:pPr marL="0" indent="0" algn="r">
              <a:buNone/>
            </a:pPr>
            <a:r>
              <a:rPr lang="en-IN" b="1" dirty="0"/>
              <a:t>LM35</a:t>
            </a:r>
            <a:r>
              <a:rPr lang="en-IN" dirty="0"/>
              <a:t>(Linear Monolithic 35) </a:t>
            </a:r>
            <a:endParaRPr lang="en-IN" sz="1800" dirty="0"/>
          </a:p>
          <a:p>
            <a:pPr>
              <a:buFont typeface="Arial" panose="020B0604020202020204" pitchFamily="34" charset="0"/>
              <a:buChar char="•"/>
            </a:pPr>
            <a:endParaRPr lang="en-IN" sz="1800" dirty="0"/>
          </a:p>
          <a:p>
            <a:pPr>
              <a:buFont typeface="Arial" panose="020B0604020202020204" pitchFamily="34" charset="0"/>
              <a:buChar char="•"/>
            </a:pPr>
            <a:r>
              <a:rPr lang="en-US" sz="2200" b="1" dirty="0"/>
              <a:t>Analog sensor </a:t>
            </a:r>
            <a:r>
              <a:rPr lang="en-US" sz="2200" dirty="0"/>
              <a:t>that outputs voltage proportional to temperature.</a:t>
            </a:r>
          </a:p>
          <a:p>
            <a:pPr>
              <a:buFont typeface="Arial" panose="020B0604020202020204" pitchFamily="34" charset="0"/>
              <a:buChar char="•"/>
            </a:pPr>
            <a:r>
              <a:rPr lang="en-US" sz="2200" dirty="0"/>
              <a:t>Used for </a:t>
            </a:r>
            <a:r>
              <a:rPr lang="en-US" sz="2200" b="1" dirty="0"/>
              <a:t>general internal temperature monitoring.</a:t>
            </a:r>
          </a:p>
          <a:p>
            <a:pPr>
              <a:buFont typeface="Arial" panose="020B0604020202020204" pitchFamily="34" charset="0"/>
              <a:buChar char="•"/>
            </a:pPr>
            <a:r>
              <a:rPr lang="en-US" sz="2200" dirty="0"/>
              <a:t>Provides </a:t>
            </a:r>
            <a:r>
              <a:rPr lang="en-US" sz="2200" b="1" dirty="0"/>
              <a:t>fast</a:t>
            </a:r>
            <a:r>
              <a:rPr lang="en-US" sz="2200" dirty="0"/>
              <a:t> and low-power readings.</a:t>
            </a:r>
            <a:endParaRPr lang="en-IN" sz="4300" dirty="0"/>
          </a:p>
        </p:txBody>
      </p:sp>
    </p:spTree>
    <p:extLst>
      <p:ext uri="{BB962C8B-B14F-4D97-AF65-F5344CB8AC3E}">
        <p14:creationId xmlns:p14="http://schemas.microsoft.com/office/powerpoint/2010/main" val="3256072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45EF46-5055-7F73-3B66-346CB7647C0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13A6242-7F4E-C8C4-58CE-3B6FF3AE70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CB39DC44-D3F9-885D-B05A-400344BC5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4" name="Top left">
            <a:extLst>
              <a:ext uri="{FF2B5EF4-FFF2-40B4-BE49-F238E27FC236}">
                <a16:creationId xmlns:a16="http://schemas.microsoft.com/office/drawing/2014/main" id="{A69549D9-E1FE-E568-ADB2-8BECD17385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5" name="Freeform: Shape 14">
              <a:extLst>
                <a:ext uri="{FF2B5EF4-FFF2-40B4-BE49-F238E27FC236}">
                  <a16:creationId xmlns:a16="http://schemas.microsoft.com/office/drawing/2014/main" id="{A65C528E-30C0-852E-1633-6DA36FA9FB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6" name="Freeform: Shape 15">
              <a:extLst>
                <a:ext uri="{FF2B5EF4-FFF2-40B4-BE49-F238E27FC236}">
                  <a16:creationId xmlns:a16="http://schemas.microsoft.com/office/drawing/2014/main" id="{0AD3B163-1837-2C6A-A5FF-29503E460F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14C599FE-6A34-3DC6-C893-868779C1DB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8213DC57-038D-DF1D-46CD-B299B8A02E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CCDF9D06-A612-E49E-E094-C48117207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AC2D5E64-2C32-DDE0-E3EC-EB7532A365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F98E6DDF-8075-0C1C-6F5F-D2D5C487DF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71F7ABC4-F6EE-FD1F-FC7C-E43C7A524F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D813274A-EE2B-7EA8-D216-995AB6FDEAAD}"/>
              </a:ext>
            </a:extLst>
          </p:cNvPr>
          <p:cNvSpPr>
            <a:spLocks noGrp="1"/>
          </p:cNvSpPr>
          <p:nvPr>
            <p:ph type="title"/>
          </p:nvPr>
        </p:nvSpPr>
        <p:spPr>
          <a:xfrm>
            <a:off x="706316" y="174647"/>
            <a:ext cx="5242811" cy="2236864"/>
          </a:xfrm>
        </p:spPr>
        <p:txBody>
          <a:bodyPr>
            <a:normAutofit/>
          </a:bodyPr>
          <a:lstStyle/>
          <a:p>
            <a:r>
              <a:rPr lang="en-IN" sz="3600" dirty="0"/>
              <a:t>Sensors</a:t>
            </a:r>
          </a:p>
        </p:txBody>
      </p:sp>
      <p:sp>
        <p:nvSpPr>
          <p:cNvPr id="3" name="Content Placeholder 2">
            <a:extLst>
              <a:ext uri="{FF2B5EF4-FFF2-40B4-BE49-F238E27FC236}">
                <a16:creationId xmlns:a16="http://schemas.microsoft.com/office/drawing/2014/main" id="{2D5C6010-C8C3-2110-F4D4-99CBFC834D23}"/>
              </a:ext>
            </a:extLst>
          </p:cNvPr>
          <p:cNvSpPr>
            <a:spLocks noGrp="1"/>
          </p:cNvSpPr>
          <p:nvPr>
            <p:ph idx="1"/>
          </p:nvPr>
        </p:nvSpPr>
        <p:spPr>
          <a:xfrm>
            <a:off x="791220" y="2336463"/>
            <a:ext cx="4898126" cy="3157686"/>
          </a:xfrm>
        </p:spPr>
        <p:txBody>
          <a:bodyPr>
            <a:normAutofit fontScale="92500" lnSpcReduction="20000"/>
          </a:bodyPr>
          <a:lstStyle/>
          <a:p>
            <a:pPr marL="0" indent="0">
              <a:lnSpc>
                <a:spcPct val="100000"/>
              </a:lnSpc>
              <a:buNone/>
            </a:pPr>
            <a:r>
              <a:rPr lang="en-IN" sz="3200" b="1" dirty="0"/>
              <a:t>DS18b20</a:t>
            </a:r>
            <a:r>
              <a:rPr lang="en-IN" sz="3200" dirty="0"/>
              <a:t>(Waterproof Sensor)</a:t>
            </a:r>
            <a:endParaRPr lang="en-IN" sz="1500" dirty="0"/>
          </a:p>
          <a:p>
            <a:pPr>
              <a:lnSpc>
                <a:spcPct val="100000"/>
              </a:lnSpc>
              <a:buFont typeface="Arial" panose="020B0604020202020204" pitchFamily="34" charset="0"/>
              <a:buChar char="•"/>
            </a:pPr>
            <a:endParaRPr lang="en-IN" sz="1500" dirty="0"/>
          </a:p>
          <a:p>
            <a:pPr>
              <a:lnSpc>
                <a:spcPct val="100000"/>
              </a:lnSpc>
              <a:buFont typeface="Arial" panose="020B0604020202020204" pitchFamily="34" charset="0"/>
              <a:buChar char="•"/>
            </a:pPr>
            <a:r>
              <a:rPr lang="en-US" sz="2200" dirty="0"/>
              <a:t>Digital temperature sensor with </a:t>
            </a:r>
            <a:r>
              <a:rPr lang="en-US" sz="2200" b="1" dirty="0"/>
              <a:t>high accuracy.</a:t>
            </a:r>
          </a:p>
          <a:p>
            <a:pPr>
              <a:lnSpc>
                <a:spcPct val="100000"/>
              </a:lnSpc>
              <a:buFont typeface="Arial" panose="020B0604020202020204" pitchFamily="34" charset="0"/>
              <a:buChar char="•"/>
            </a:pPr>
            <a:r>
              <a:rPr lang="en-US" sz="2200" b="1" dirty="0"/>
              <a:t>Waterproof </a:t>
            </a:r>
            <a:r>
              <a:rPr lang="en-US" sz="2200" dirty="0"/>
              <a:t>and suitable for extreme cold/hot zones.</a:t>
            </a:r>
          </a:p>
          <a:p>
            <a:pPr>
              <a:lnSpc>
                <a:spcPct val="100000"/>
              </a:lnSpc>
              <a:buFont typeface="Arial" panose="020B0604020202020204" pitchFamily="34" charset="0"/>
              <a:buChar char="•"/>
            </a:pPr>
            <a:r>
              <a:rPr lang="en-US" sz="2200" dirty="0"/>
              <a:t>Used to control heating/cooling thresholds precisely.</a:t>
            </a:r>
            <a:endParaRPr lang="en-IN" sz="5200" dirty="0"/>
          </a:p>
        </p:txBody>
      </p:sp>
      <p:pic>
        <p:nvPicPr>
          <p:cNvPr id="5" name="Picture 4">
            <a:extLst>
              <a:ext uri="{FF2B5EF4-FFF2-40B4-BE49-F238E27FC236}">
                <a16:creationId xmlns:a16="http://schemas.microsoft.com/office/drawing/2014/main" id="{2F27BEC1-2D0A-A60E-A3B9-AAF0DDAEA8C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502655" y="1105660"/>
            <a:ext cx="4646680" cy="4646680"/>
          </a:xfrm>
          <a:prstGeom prst="rect">
            <a:avLst/>
          </a:prstGeom>
        </p:spPr>
      </p:pic>
      <p:grpSp>
        <p:nvGrpSpPr>
          <p:cNvPr id="24" name="Bottom Right">
            <a:extLst>
              <a:ext uri="{FF2B5EF4-FFF2-40B4-BE49-F238E27FC236}">
                <a16:creationId xmlns:a16="http://schemas.microsoft.com/office/drawing/2014/main" id="{CE7059E5-7D12-BC67-FAD1-BAC35E4CC17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25" name="Freeform: Shape 24">
              <a:extLst>
                <a:ext uri="{FF2B5EF4-FFF2-40B4-BE49-F238E27FC236}">
                  <a16:creationId xmlns:a16="http://schemas.microsoft.com/office/drawing/2014/main" id="{B2A3A1AC-4531-FA16-E6DD-A8FE97D786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26" name="Graphic 157">
              <a:extLst>
                <a:ext uri="{FF2B5EF4-FFF2-40B4-BE49-F238E27FC236}">
                  <a16:creationId xmlns:a16="http://schemas.microsoft.com/office/drawing/2014/main" id="{D0E1B92A-F9B5-B6B3-C0C0-DFE98CD6545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8" name="Freeform: Shape 27">
                <a:extLst>
                  <a:ext uri="{FF2B5EF4-FFF2-40B4-BE49-F238E27FC236}">
                    <a16:creationId xmlns:a16="http://schemas.microsoft.com/office/drawing/2014/main" id="{FE6CD40D-6176-751A-B4D8-0672DDA03B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C09DCECC-DB1F-8217-4E38-1C5F61EE0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6A82CCEE-CC4F-9825-1ED7-DC95FCB173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7742288D-CA33-12D3-C855-64211C9D6C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AEEEDBF7-3F91-DDBB-D7D8-474119465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16416B0C-167C-E608-B2DD-6C44AAED56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17D68AF2-B875-8E62-FB00-D5784AEA6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7" name="Freeform: Shape 26">
              <a:extLst>
                <a:ext uri="{FF2B5EF4-FFF2-40B4-BE49-F238E27FC236}">
                  <a16:creationId xmlns:a16="http://schemas.microsoft.com/office/drawing/2014/main" id="{6DB1C9FB-8A72-75DF-CAD5-7501D57419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137748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33DC79-4810-69C3-0D4B-FA31A63FF6E5}"/>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292A5332-8563-3B55-68D0-85D9FFD380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742C4D4B-D34E-49C9-5606-F63FFFFB7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F8BD6646-4939-4EF9-9E76-43B5B80D26D4}"/>
              </a:ext>
            </a:extLst>
          </p:cNvPr>
          <p:cNvSpPr>
            <a:spLocks noGrp="1"/>
          </p:cNvSpPr>
          <p:nvPr>
            <p:ph type="title"/>
          </p:nvPr>
        </p:nvSpPr>
        <p:spPr>
          <a:xfrm>
            <a:off x="5804672" y="610178"/>
            <a:ext cx="5605358" cy="1664573"/>
          </a:xfrm>
        </p:spPr>
        <p:txBody>
          <a:bodyPr>
            <a:normAutofit/>
          </a:bodyPr>
          <a:lstStyle/>
          <a:p>
            <a:pPr algn="r"/>
            <a:r>
              <a:rPr lang="en-IN" sz="3600" dirty="0"/>
              <a:t>Other Components</a:t>
            </a:r>
          </a:p>
        </p:txBody>
      </p:sp>
      <p:pic>
        <p:nvPicPr>
          <p:cNvPr id="5" name="Picture 4">
            <a:extLst>
              <a:ext uri="{FF2B5EF4-FFF2-40B4-BE49-F238E27FC236}">
                <a16:creationId xmlns:a16="http://schemas.microsoft.com/office/drawing/2014/main" id="{4BA6ED46-3E4E-BD71-ED66-59C5B9C99AC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56282" y="1294756"/>
            <a:ext cx="4268488" cy="4268488"/>
          </a:xfrm>
          <a:prstGeom prst="rect">
            <a:avLst/>
          </a:prstGeom>
        </p:spPr>
      </p:pic>
      <p:grpSp>
        <p:nvGrpSpPr>
          <p:cNvPr id="43" name="Top left">
            <a:extLst>
              <a:ext uri="{FF2B5EF4-FFF2-40B4-BE49-F238E27FC236}">
                <a16:creationId xmlns:a16="http://schemas.microsoft.com/office/drawing/2014/main" id="{553F755C-D8F3-6E0F-356D-A3C26E5E11A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44" name="Freeform: Shape 43">
              <a:extLst>
                <a:ext uri="{FF2B5EF4-FFF2-40B4-BE49-F238E27FC236}">
                  <a16:creationId xmlns:a16="http://schemas.microsoft.com/office/drawing/2014/main" id="{3836EEDD-EFE8-1ED0-A0C7-D4A1764B51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5" name="Freeform: Shape 44">
              <a:extLst>
                <a:ext uri="{FF2B5EF4-FFF2-40B4-BE49-F238E27FC236}">
                  <a16:creationId xmlns:a16="http://schemas.microsoft.com/office/drawing/2014/main" id="{6AA6F328-AFDA-2403-63F1-4F2B741D97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46" name="Freeform: Shape 45">
              <a:extLst>
                <a:ext uri="{FF2B5EF4-FFF2-40B4-BE49-F238E27FC236}">
                  <a16:creationId xmlns:a16="http://schemas.microsoft.com/office/drawing/2014/main" id="{C28DAD42-169E-05DE-6D69-0432360023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47" name="Freeform: Shape 46">
              <a:extLst>
                <a:ext uri="{FF2B5EF4-FFF2-40B4-BE49-F238E27FC236}">
                  <a16:creationId xmlns:a16="http://schemas.microsoft.com/office/drawing/2014/main" id="{AD4A9A91-2442-5AC1-41EA-6965D08510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48" name="Freeform: Shape 47">
              <a:extLst>
                <a:ext uri="{FF2B5EF4-FFF2-40B4-BE49-F238E27FC236}">
                  <a16:creationId xmlns:a16="http://schemas.microsoft.com/office/drawing/2014/main" id="{F6DF8101-F7A0-05CA-4060-6F00AFDDCF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49" name="Freeform: Shape 48">
              <a:extLst>
                <a:ext uri="{FF2B5EF4-FFF2-40B4-BE49-F238E27FC236}">
                  <a16:creationId xmlns:a16="http://schemas.microsoft.com/office/drawing/2014/main" id="{AB4E07D0-8702-CDB8-2756-93568AD51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50" name="Freeform: Shape 49">
              <a:extLst>
                <a:ext uri="{FF2B5EF4-FFF2-40B4-BE49-F238E27FC236}">
                  <a16:creationId xmlns:a16="http://schemas.microsoft.com/office/drawing/2014/main" id="{3170008B-EBCE-79E3-E11E-C26EF6F773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51" name="Freeform: Shape 50">
              <a:extLst>
                <a:ext uri="{FF2B5EF4-FFF2-40B4-BE49-F238E27FC236}">
                  <a16:creationId xmlns:a16="http://schemas.microsoft.com/office/drawing/2014/main" id="{388BE87A-A35E-4593-39DD-61AC3A435D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grpSp>
        <p:nvGrpSpPr>
          <p:cNvPr id="53" name="Bottom Right">
            <a:extLst>
              <a:ext uri="{FF2B5EF4-FFF2-40B4-BE49-F238E27FC236}">
                <a16:creationId xmlns:a16="http://schemas.microsoft.com/office/drawing/2014/main" id="{B384DE5F-E953-8CB2-AB5A-C4870AD0BE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54" name="Freeform: Shape 53">
              <a:extLst>
                <a:ext uri="{FF2B5EF4-FFF2-40B4-BE49-F238E27FC236}">
                  <a16:creationId xmlns:a16="http://schemas.microsoft.com/office/drawing/2014/main" id="{ABD31F5A-B0E1-8A62-50E1-39E135C67D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55" name="Graphic 157">
              <a:extLst>
                <a:ext uri="{FF2B5EF4-FFF2-40B4-BE49-F238E27FC236}">
                  <a16:creationId xmlns:a16="http://schemas.microsoft.com/office/drawing/2014/main" id="{D2EA0409-C8BC-12C5-6FF3-78360A72F44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57" name="Freeform: Shape 56">
                <a:extLst>
                  <a:ext uri="{FF2B5EF4-FFF2-40B4-BE49-F238E27FC236}">
                    <a16:creationId xmlns:a16="http://schemas.microsoft.com/office/drawing/2014/main" id="{DA37D206-EF33-2BAB-C392-780C8C8BFA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58" name="Freeform: Shape 57">
                <a:extLst>
                  <a:ext uri="{FF2B5EF4-FFF2-40B4-BE49-F238E27FC236}">
                    <a16:creationId xmlns:a16="http://schemas.microsoft.com/office/drawing/2014/main" id="{2893D0C1-CB6C-AC11-CC1E-ECC96BE733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9" name="Freeform: Shape 58">
                <a:extLst>
                  <a:ext uri="{FF2B5EF4-FFF2-40B4-BE49-F238E27FC236}">
                    <a16:creationId xmlns:a16="http://schemas.microsoft.com/office/drawing/2014/main" id="{8A16ABEE-4E22-4634-927C-A94A933080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60" name="Freeform: Shape 59">
                <a:extLst>
                  <a:ext uri="{FF2B5EF4-FFF2-40B4-BE49-F238E27FC236}">
                    <a16:creationId xmlns:a16="http://schemas.microsoft.com/office/drawing/2014/main" id="{D0169A1E-8AF3-17BB-F8EB-0C448E4958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1" name="Freeform: Shape 60">
                <a:extLst>
                  <a:ext uri="{FF2B5EF4-FFF2-40B4-BE49-F238E27FC236}">
                    <a16:creationId xmlns:a16="http://schemas.microsoft.com/office/drawing/2014/main" id="{ACA34751-44A2-AA58-52EF-C949F7AD55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2" name="Freeform: Shape 61">
                <a:extLst>
                  <a:ext uri="{FF2B5EF4-FFF2-40B4-BE49-F238E27FC236}">
                    <a16:creationId xmlns:a16="http://schemas.microsoft.com/office/drawing/2014/main" id="{ACF4D271-80F1-4970-CA1E-72014F2823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3" name="Freeform: Shape 62">
                <a:extLst>
                  <a:ext uri="{FF2B5EF4-FFF2-40B4-BE49-F238E27FC236}">
                    <a16:creationId xmlns:a16="http://schemas.microsoft.com/office/drawing/2014/main" id="{99A15AD6-B52C-62B4-C547-A5ECC58316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56" name="Freeform: Shape 55">
              <a:extLst>
                <a:ext uri="{FF2B5EF4-FFF2-40B4-BE49-F238E27FC236}">
                  <a16:creationId xmlns:a16="http://schemas.microsoft.com/office/drawing/2014/main" id="{869C736E-D17D-D1B7-A4CB-D881376677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Content Placeholder 2">
            <a:extLst>
              <a:ext uri="{FF2B5EF4-FFF2-40B4-BE49-F238E27FC236}">
                <a16:creationId xmlns:a16="http://schemas.microsoft.com/office/drawing/2014/main" id="{31647D76-1137-99AA-974E-C32599BA7CEB}"/>
              </a:ext>
            </a:extLst>
          </p:cNvPr>
          <p:cNvSpPr>
            <a:spLocks noGrp="1"/>
          </p:cNvSpPr>
          <p:nvPr>
            <p:ph idx="1"/>
          </p:nvPr>
        </p:nvSpPr>
        <p:spPr>
          <a:xfrm>
            <a:off x="5399941" y="2082753"/>
            <a:ext cx="5970380" cy="3728613"/>
          </a:xfrm>
        </p:spPr>
        <p:txBody>
          <a:bodyPr>
            <a:normAutofit/>
          </a:bodyPr>
          <a:lstStyle/>
          <a:p>
            <a:pPr marL="0" indent="0" algn="r">
              <a:buNone/>
            </a:pPr>
            <a:r>
              <a:rPr lang="en-IN" b="1" dirty="0"/>
              <a:t>16x2 I2C LCD Display</a:t>
            </a:r>
            <a:endParaRPr lang="en-IN" sz="1800" dirty="0"/>
          </a:p>
          <a:p>
            <a:pPr>
              <a:buFont typeface="Arial" panose="020B0604020202020204" pitchFamily="34" charset="0"/>
              <a:buChar char="•"/>
            </a:pPr>
            <a:endParaRPr lang="en-US" sz="2200" b="1" dirty="0"/>
          </a:p>
          <a:p>
            <a:pPr>
              <a:buFont typeface="Arial" panose="020B0604020202020204" pitchFamily="34" charset="0"/>
              <a:buChar char="•"/>
            </a:pPr>
            <a:r>
              <a:rPr lang="en-US" sz="2000" dirty="0"/>
              <a:t>Displays real-time temperature, humidity, and </a:t>
            </a:r>
            <a:r>
              <a:rPr lang="en-US" sz="2000" b="1" dirty="0"/>
              <a:t>system status</a:t>
            </a:r>
            <a:r>
              <a:rPr lang="en-US" sz="2000" dirty="0"/>
              <a:t>.</a:t>
            </a:r>
          </a:p>
          <a:p>
            <a:pPr>
              <a:buFont typeface="Arial" panose="020B0604020202020204" pitchFamily="34" charset="0"/>
              <a:buChar char="•"/>
            </a:pPr>
            <a:r>
              <a:rPr lang="en-US" sz="2000" dirty="0"/>
              <a:t>Uses </a:t>
            </a:r>
            <a:r>
              <a:rPr lang="en-US" sz="2000" b="1" dirty="0"/>
              <a:t>I2C protocol to reduce the number of wires.</a:t>
            </a:r>
          </a:p>
          <a:p>
            <a:pPr>
              <a:buFont typeface="Arial" panose="020B0604020202020204" pitchFamily="34" charset="0"/>
              <a:buChar char="•"/>
            </a:pPr>
            <a:r>
              <a:rPr lang="en-US" sz="2000" dirty="0"/>
              <a:t>Helps the </a:t>
            </a:r>
            <a:r>
              <a:rPr lang="en-US" sz="2000" b="1" dirty="0"/>
              <a:t>user interact easily </a:t>
            </a:r>
            <a:r>
              <a:rPr lang="en-US" sz="2000" dirty="0"/>
              <a:t>with the system.</a:t>
            </a:r>
            <a:endParaRPr lang="en-IN" sz="4800" dirty="0"/>
          </a:p>
        </p:txBody>
      </p:sp>
    </p:spTree>
    <p:extLst>
      <p:ext uri="{BB962C8B-B14F-4D97-AF65-F5344CB8AC3E}">
        <p14:creationId xmlns:p14="http://schemas.microsoft.com/office/powerpoint/2010/main" val="16085150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7C47EB-7122-9B2D-6BE1-44876982614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A12D9EE-9002-F7E4-D713-95EC767CAF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857E53AA-3E5C-6FC4-1551-08FE8DE177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4" name="Top left">
            <a:extLst>
              <a:ext uri="{FF2B5EF4-FFF2-40B4-BE49-F238E27FC236}">
                <a16:creationId xmlns:a16="http://schemas.microsoft.com/office/drawing/2014/main" id="{F825A4A7-39C2-52A1-E491-F1660DFCCC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5" name="Freeform: Shape 14">
              <a:extLst>
                <a:ext uri="{FF2B5EF4-FFF2-40B4-BE49-F238E27FC236}">
                  <a16:creationId xmlns:a16="http://schemas.microsoft.com/office/drawing/2014/main" id="{126A737E-F97A-B804-D7B4-C9424E5F74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6" name="Freeform: Shape 15">
              <a:extLst>
                <a:ext uri="{FF2B5EF4-FFF2-40B4-BE49-F238E27FC236}">
                  <a16:creationId xmlns:a16="http://schemas.microsoft.com/office/drawing/2014/main" id="{02AE1FEA-4954-4679-0C6F-EB271243C7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D8B80697-134E-A2CC-F482-975285D217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8FEBF8BA-7016-A74E-CE01-FA8E9F4614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7FC1A989-75D0-F12F-FE4D-C99DB8E4ED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69034619-7617-A00A-0A5F-30A5264AE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56416453-CC11-B87D-1829-D98ADA99E7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9C08BBE3-7657-799C-4CB2-373634AC5F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70D921FD-3B7A-A0F2-7F0B-FAB87D984733}"/>
              </a:ext>
            </a:extLst>
          </p:cNvPr>
          <p:cNvSpPr>
            <a:spLocks noGrp="1"/>
          </p:cNvSpPr>
          <p:nvPr>
            <p:ph type="title"/>
          </p:nvPr>
        </p:nvSpPr>
        <p:spPr>
          <a:xfrm>
            <a:off x="706316" y="174647"/>
            <a:ext cx="5242811" cy="2236864"/>
          </a:xfrm>
        </p:spPr>
        <p:txBody>
          <a:bodyPr>
            <a:normAutofit/>
          </a:bodyPr>
          <a:lstStyle/>
          <a:p>
            <a:r>
              <a:rPr lang="en-IN" sz="3600" dirty="0"/>
              <a:t>Other Components</a:t>
            </a:r>
          </a:p>
        </p:txBody>
      </p:sp>
      <p:sp>
        <p:nvSpPr>
          <p:cNvPr id="3" name="Content Placeholder 2">
            <a:extLst>
              <a:ext uri="{FF2B5EF4-FFF2-40B4-BE49-F238E27FC236}">
                <a16:creationId xmlns:a16="http://schemas.microsoft.com/office/drawing/2014/main" id="{6CC213A6-8646-1723-0D0E-2F288029982E}"/>
              </a:ext>
            </a:extLst>
          </p:cNvPr>
          <p:cNvSpPr>
            <a:spLocks noGrp="1"/>
          </p:cNvSpPr>
          <p:nvPr>
            <p:ph idx="1"/>
          </p:nvPr>
        </p:nvSpPr>
        <p:spPr>
          <a:xfrm>
            <a:off x="791220" y="2336463"/>
            <a:ext cx="5304780" cy="3157686"/>
          </a:xfrm>
        </p:spPr>
        <p:txBody>
          <a:bodyPr>
            <a:normAutofit/>
          </a:bodyPr>
          <a:lstStyle/>
          <a:p>
            <a:pPr marL="0" indent="0">
              <a:lnSpc>
                <a:spcPct val="100000"/>
              </a:lnSpc>
              <a:buNone/>
            </a:pPr>
            <a:r>
              <a:rPr lang="en-IN" b="1" dirty="0"/>
              <a:t>Peltier Module (TEC1-12706)</a:t>
            </a:r>
            <a:endParaRPr lang="en-IN" sz="1800" dirty="0"/>
          </a:p>
          <a:p>
            <a:pPr>
              <a:buFont typeface="Arial" panose="020B0604020202020204" pitchFamily="34" charset="0"/>
              <a:buChar char="•"/>
            </a:pPr>
            <a:r>
              <a:rPr lang="en-US" sz="2000" b="1" dirty="0"/>
              <a:t>Thermoelectric device </a:t>
            </a:r>
            <a:r>
              <a:rPr lang="en-US" sz="2000" dirty="0"/>
              <a:t>that cools when current flows through.</a:t>
            </a:r>
          </a:p>
          <a:p>
            <a:pPr>
              <a:buFont typeface="Arial" panose="020B0604020202020204" pitchFamily="34" charset="0"/>
              <a:buChar char="•"/>
            </a:pPr>
            <a:r>
              <a:rPr lang="en-US" sz="2000" dirty="0"/>
              <a:t>Used to </a:t>
            </a:r>
            <a:r>
              <a:rPr lang="en-US" sz="2000" b="1" dirty="0"/>
              <a:t>actively cool compartments </a:t>
            </a:r>
            <a:r>
              <a:rPr lang="en-US" sz="2000" dirty="0"/>
              <a:t>with perishable goods.</a:t>
            </a:r>
          </a:p>
          <a:p>
            <a:pPr>
              <a:buFont typeface="Arial" panose="020B0604020202020204" pitchFamily="34" charset="0"/>
              <a:buChar char="•"/>
            </a:pPr>
            <a:r>
              <a:rPr lang="en-US" sz="2000" dirty="0"/>
              <a:t>Works with a fan and heatsink for efficiency.</a:t>
            </a:r>
          </a:p>
        </p:txBody>
      </p:sp>
      <p:pic>
        <p:nvPicPr>
          <p:cNvPr id="5" name="Picture 4">
            <a:extLst>
              <a:ext uri="{FF2B5EF4-FFF2-40B4-BE49-F238E27FC236}">
                <a16:creationId xmlns:a16="http://schemas.microsoft.com/office/drawing/2014/main" id="{A79467A6-624E-0D64-1652-94340051BA7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502655" y="1105660"/>
            <a:ext cx="4646680" cy="4646680"/>
          </a:xfrm>
          <a:prstGeom prst="rect">
            <a:avLst/>
          </a:prstGeom>
        </p:spPr>
      </p:pic>
      <p:grpSp>
        <p:nvGrpSpPr>
          <p:cNvPr id="24" name="Bottom Right">
            <a:extLst>
              <a:ext uri="{FF2B5EF4-FFF2-40B4-BE49-F238E27FC236}">
                <a16:creationId xmlns:a16="http://schemas.microsoft.com/office/drawing/2014/main" id="{9B0CA73D-5FE6-8D19-37DC-9FC572DA46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25" name="Freeform: Shape 24">
              <a:extLst>
                <a:ext uri="{FF2B5EF4-FFF2-40B4-BE49-F238E27FC236}">
                  <a16:creationId xmlns:a16="http://schemas.microsoft.com/office/drawing/2014/main" id="{8AF7FEFC-A9E4-45E3-F965-E59B54387F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26" name="Graphic 157">
              <a:extLst>
                <a:ext uri="{FF2B5EF4-FFF2-40B4-BE49-F238E27FC236}">
                  <a16:creationId xmlns:a16="http://schemas.microsoft.com/office/drawing/2014/main" id="{A203790C-F85B-CCE7-5287-B87B2250052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8" name="Freeform: Shape 27">
                <a:extLst>
                  <a:ext uri="{FF2B5EF4-FFF2-40B4-BE49-F238E27FC236}">
                    <a16:creationId xmlns:a16="http://schemas.microsoft.com/office/drawing/2014/main" id="{BF4CCCF7-F0F9-FFEC-DF2C-DF13448E05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E75D887B-5361-E94C-3C93-3F37184EA9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74F09D70-5E7C-02A9-FE56-67D72E102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400BF00B-D9F0-8210-41FB-950958577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21368094-F23B-580B-F563-CD6C41CDE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B6E7BB86-A9BC-81DD-3421-879CF99BD7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CA15CDAE-733E-1ADF-975B-139CEDD40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7" name="Freeform: Shape 26">
              <a:extLst>
                <a:ext uri="{FF2B5EF4-FFF2-40B4-BE49-F238E27FC236}">
                  <a16:creationId xmlns:a16="http://schemas.microsoft.com/office/drawing/2014/main" id="{161599EB-E842-86C1-5FEC-58E58B9E8B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7962028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0F735D-368D-376E-B9DF-3EC9435CD6AC}"/>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6EC462B7-D58C-7F05-E576-C4385714E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AF994D17-85C2-E8D5-093D-056CAAC2E6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8D195692-AD2C-0B03-C381-DF0F98971769}"/>
              </a:ext>
            </a:extLst>
          </p:cNvPr>
          <p:cNvSpPr>
            <a:spLocks noGrp="1"/>
          </p:cNvSpPr>
          <p:nvPr>
            <p:ph type="title"/>
          </p:nvPr>
        </p:nvSpPr>
        <p:spPr>
          <a:xfrm>
            <a:off x="5804672" y="610178"/>
            <a:ext cx="5605358" cy="1664573"/>
          </a:xfrm>
        </p:spPr>
        <p:txBody>
          <a:bodyPr>
            <a:normAutofit/>
          </a:bodyPr>
          <a:lstStyle/>
          <a:p>
            <a:pPr algn="r"/>
            <a:r>
              <a:rPr lang="en-IN" sz="3600" dirty="0"/>
              <a:t>Other Components</a:t>
            </a:r>
          </a:p>
        </p:txBody>
      </p:sp>
      <p:pic>
        <p:nvPicPr>
          <p:cNvPr id="5" name="Picture 4">
            <a:extLst>
              <a:ext uri="{FF2B5EF4-FFF2-40B4-BE49-F238E27FC236}">
                <a16:creationId xmlns:a16="http://schemas.microsoft.com/office/drawing/2014/main" id="{5F347894-E95F-049B-156B-C61676E9467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56282" y="1294756"/>
            <a:ext cx="4268488" cy="4268488"/>
          </a:xfrm>
          <a:prstGeom prst="rect">
            <a:avLst/>
          </a:prstGeom>
        </p:spPr>
      </p:pic>
      <p:grpSp>
        <p:nvGrpSpPr>
          <p:cNvPr id="43" name="Top left">
            <a:extLst>
              <a:ext uri="{FF2B5EF4-FFF2-40B4-BE49-F238E27FC236}">
                <a16:creationId xmlns:a16="http://schemas.microsoft.com/office/drawing/2014/main" id="{5F75E48C-BBFD-9663-60ED-CBF6C467F2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44" name="Freeform: Shape 43">
              <a:extLst>
                <a:ext uri="{FF2B5EF4-FFF2-40B4-BE49-F238E27FC236}">
                  <a16:creationId xmlns:a16="http://schemas.microsoft.com/office/drawing/2014/main" id="{FB057E88-E246-E99C-0E8A-815BDFE52C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5" name="Freeform: Shape 44">
              <a:extLst>
                <a:ext uri="{FF2B5EF4-FFF2-40B4-BE49-F238E27FC236}">
                  <a16:creationId xmlns:a16="http://schemas.microsoft.com/office/drawing/2014/main" id="{A6BABE8E-AC53-A0DF-6212-2FB471E933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46" name="Freeform: Shape 45">
              <a:extLst>
                <a:ext uri="{FF2B5EF4-FFF2-40B4-BE49-F238E27FC236}">
                  <a16:creationId xmlns:a16="http://schemas.microsoft.com/office/drawing/2014/main" id="{6556FF70-BDAB-883C-59E3-41A896106B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47" name="Freeform: Shape 46">
              <a:extLst>
                <a:ext uri="{FF2B5EF4-FFF2-40B4-BE49-F238E27FC236}">
                  <a16:creationId xmlns:a16="http://schemas.microsoft.com/office/drawing/2014/main" id="{784CF513-E05D-5A68-CC3B-A5556D6BF1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48" name="Freeform: Shape 47">
              <a:extLst>
                <a:ext uri="{FF2B5EF4-FFF2-40B4-BE49-F238E27FC236}">
                  <a16:creationId xmlns:a16="http://schemas.microsoft.com/office/drawing/2014/main" id="{FE2C45C4-A862-C595-127F-9959EFA073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49" name="Freeform: Shape 48">
              <a:extLst>
                <a:ext uri="{FF2B5EF4-FFF2-40B4-BE49-F238E27FC236}">
                  <a16:creationId xmlns:a16="http://schemas.microsoft.com/office/drawing/2014/main" id="{AE0E050A-104D-55BD-5E53-D805C2DC31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50" name="Freeform: Shape 49">
              <a:extLst>
                <a:ext uri="{FF2B5EF4-FFF2-40B4-BE49-F238E27FC236}">
                  <a16:creationId xmlns:a16="http://schemas.microsoft.com/office/drawing/2014/main" id="{2B95D15E-1018-6F23-5982-1ECFBBB0A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51" name="Freeform: Shape 50">
              <a:extLst>
                <a:ext uri="{FF2B5EF4-FFF2-40B4-BE49-F238E27FC236}">
                  <a16:creationId xmlns:a16="http://schemas.microsoft.com/office/drawing/2014/main" id="{85AD149A-76D3-8E0F-4217-D4440A90E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grpSp>
        <p:nvGrpSpPr>
          <p:cNvPr id="53" name="Bottom Right">
            <a:extLst>
              <a:ext uri="{FF2B5EF4-FFF2-40B4-BE49-F238E27FC236}">
                <a16:creationId xmlns:a16="http://schemas.microsoft.com/office/drawing/2014/main" id="{4CC02000-6C11-F516-8627-37B4990CDE0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54" name="Freeform: Shape 53">
              <a:extLst>
                <a:ext uri="{FF2B5EF4-FFF2-40B4-BE49-F238E27FC236}">
                  <a16:creationId xmlns:a16="http://schemas.microsoft.com/office/drawing/2014/main" id="{88024C77-CE81-FE6E-5F01-CB0092E9B8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55" name="Graphic 157">
              <a:extLst>
                <a:ext uri="{FF2B5EF4-FFF2-40B4-BE49-F238E27FC236}">
                  <a16:creationId xmlns:a16="http://schemas.microsoft.com/office/drawing/2014/main" id="{EC041438-6114-5333-7B6E-2E5D240FEB0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57" name="Freeform: Shape 56">
                <a:extLst>
                  <a:ext uri="{FF2B5EF4-FFF2-40B4-BE49-F238E27FC236}">
                    <a16:creationId xmlns:a16="http://schemas.microsoft.com/office/drawing/2014/main" id="{03379E24-CF05-B98F-1910-9D303112C2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58" name="Freeform: Shape 57">
                <a:extLst>
                  <a:ext uri="{FF2B5EF4-FFF2-40B4-BE49-F238E27FC236}">
                    <a16:creationId xmlns:a16="http://schemas.microsoft.com/office/drawing/2014/main" id="{814BD80D-85A9-948E-CB30-2194CCF1C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9" name="Freeform: Shape 58">
                <a:extLst>
                  <a:ext uri="{FF2B5EF4-FFF2-40B4-BE49-F238E27FC236}">
                    <a16:creationId xmlns:a16="http://schemas.microsoft.com/office/drawing/2014/main" id="{42D9E84D-2B86-519E-B918-157E534368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60" name="Freeform: Shape 59">
                <a:extLst>
                  <a:ext uri="{FF2B5EF4-FFF2-40B4-BE49-F238E27FC236}">
                    <a16:creationId xmlns:a16="http://schemas.microsoft.com/office/drawing/2014/main" id="{1B1E6C9D-031C-729E-60D8-892972B1C4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1" name="Freeform: Shape 60">
                <a:extLst>
                  <a:ext uri="{FF2B5EF4-FFF2-40B4-BE49-F238E27FC236}">
                    <a16:creationId xmlns:a16="http://schemas.microsoft.com/office/drawing/2014/main" id="{2F6E37F9-261D-18FE-0640-0C610C207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2" name="Freeform: Shape 61">
                <a:extLst>
                  <a:ext uri="{FF2B5EF4-FFF2-40B4-BE49-F238E27FC236}">
                    <a16:creationId xmlns:a16="http://schemas.microsoft.com/office/drawing/2014/main" id="{88F5D10D-C4DA-C761-2762-4DC2A12757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3" name="Freeform: Shape 62">
                <a:extLst>
                  <a:ext uri="{FF2B5EF4-FFF2-40B4-BE49-F238E27FC236}">
                    <a16:creationId xmlns:a16="http://schemas.microsoft.com/office/drawing/2014/main" id="{71E0680D-03E8-0F94-9477-3C48687067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56" name="Freeform: Shape 55">
              <a:extLst>
                <a:ext uri="{FF2B5EF4-FFF2-40B4-BE49-F238E27FC236}">
                  <a16:creationId xmlns:a16="http://schemas.microsoft.com/office/drawing/2014/main" id="{74E8F297-729D-4DDD-DB84-E28933D9EF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Content Placeholder 2">
            <a:extLst>
              <a:ext uri="{FF2B5EF4-FFF2-40B4-BE49-F238E27FC236}">
                <a16:creationId xmlns:a16="http://schemas.microsoft.com/office/drawing/2014/main" id="{82B2E724-2B70-5024-3898-33A330F315BF}"/>
              </a:ext>
            </a:extLst>
          </p:cNvPr>
          <p:cNvSpPr>
            <a:spLocks noGrp="1"/>
          </p:cNvSpPr>
          <p:nvPr>
            <p:ph idx="1"/>
          </p:nvPr>
        </p:nvSpPr>
        <p:spPr>
          <a:xfrm>
            <a:off x="5399941" y="2082753"/>
            <a:ext cx="5970380" cy="3728613"/>
          </a:xfrm>
        </p:spPr>
        <p:txBody>
          <a:bodyPr>
            <a:normAutofit/>
          </a:bodyPr>
          <a:lstStyle/>
          <a:p>
            <a:pPr marL="0" indent="0" algn="r">
              <a:buNone/>
            </a:pPr>
            <a:r>
              <a:rPr lang="en-IN" b="1" dirty="0"/>
              <a:t>12v40w Cartridge Heater</a:t>
            </a:r>
            <a:endParaRPr lang="en-IN" sz="1800" dirty="0"/>
          </a:p>
          <a:p>
            <a:pPr>
              <a:buFont typeface="Arial" panose="020B0604020202020204" pitchFamily="34" charset="0"/>
              <a:buChar char="•"/>
            </a:pPr>
            <a:endParaRPr lang="en-US" sz="2200" b="1" dirty="0"/>
          </a:p>
          <a:p>
            <a:pPr>
              <a:buFont typeface="Arial" panose="020B0604020202020204" pitchFamily="34" charset="0"/>
              <a:buChar char="•"/>
            </a:pPr>
            <a:r>
              <a:rPr lang="en-US" sz="2000" b="1" dirty="0"/>
              <a:t>High-power resistive heater </a:t>
            </a:r>
            <a:r>
              <a:rPr lang="en-US" sz="2000" dirty="0"/>
              <a:t>used to warm up container compartments.</a:t>
            </a:r>
          </a:p>
          <a:p>
            <a:pPr>
              <a:buFont typeface="Arial" panose="020B0604020202020204" pitchFamily="34" charset="0"/>
              <a:buChar char="•"/>
            </a:pPr>
            <a:r>
              <a:rPr lang="en-US" sz="2000" dirty="0"/>
              <a:t>Controlled via relay to switch heating on/off based on temperature.</a:t>
            </a:r>
          </a:p>
          <a:p>
            <a:pPr>
              <a:buFont typeface="Arial" panose="020B0604020202020204" pitchFamily="34" charset="0"/>
              <a:buChar char="•"/>
            </a:pPr>
            <a:r>
              <a:rPr lang="en-US" sz="2000" dirty="0"/>
              <a:t>Ensures perishable goods remain above minimum threshold.</a:t>
            </a:r>
            <a:endParaRPr lang="en-IN" sz="6600" dirty="0"/>
          </a:p>
        </p:txBody>
      </p:sp>
    </p:spTree>
    <p:extLst>
      <p:ext uri="{BB962C8B-B14F-4D97-AF65-F5344CB8AC3E}">
        <p14:creationId xmlns:p14="http://schemas.microsoft.com/office/powerpoint/2010/main" val="34729424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82900A-1AE1-82E7-1A2C-D3A7B8E28F2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5F0A948-64AC-D39F-C2A2-5552B207F8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E3C3234B-2CE1-6209-73AF-4858E0CC07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4" name="Top left">
            <a:extLst>
              <a:ext uri="{FF2B5EF4-FFF2-40B4-BE49-F238E27FC236}">
                <a16:creationId xmlns:a16="http://schemas.microsoft.com/office/drawing/2014/main" id="{8F6774AC-1198-5E51-D287-94ADB8DB73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5" name="Freeform: Shape 14">
              <a:extLst>
                <a:ext uri="{FF2B5EF4-FFF2-40B4-BE49-F238E27FC236}">
                  <a16:creationId xmlns:a16="http://schemas.microsoft.com/office/drawing/2014/main" id="{A989A620-2EF8-FC89-1E70-B02F4689E0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6" name="Freeform: Shape 15">
              <a:extLst>
                <a:ext uri="{FF2B5EF4-FFF2-40B4-BE49-F238E27FC236}">
                  <a16:creationId xmlns:a16="http://schemas.microsoft.com/office/drawing/2014/main" id="{7ED98D8C-0463-CEAE-B302-A5EE6E7664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4656AC2F-252F-FBB7-A174-37726188B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9C89B465-50FD-D336-403A-096FFE4693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20088E10-3CE7-70CD-13B0-9492ECD1F8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3BCA346D-DAC6-BA1D-E351-D5B3041EBF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A2D63D73-D5EB-1B27-E4B1-456E5F69D6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19DA62E9-CC68-6E11-3B5D-13A459FBDC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285D080C-9D10-230E-A9BE-99518F52B6F1}"/>
              </a:ext>
            </a:extLst>
          </p:cNvPr>
          <p:cNvSpPr>
            <a:spLocks noGrp="1"/>
          </p:cNvSpPr>
          <p:nvPr>
            <p:ph type="title"/>
          </p:nvPr>
        </p:nvSpPr>
        <p:spPr>
          <a:xfrm>
            <a:off x="706316" y="174647"/>
            <a:ext cx="5242811" cy="2236864"/>
          </a:xfrm>
        </p:spPr>
        <p:txBody>
          <a:bodyPr>
            <a:normAutofit/>
          </a:bodyPr>
          <a:lstStyle/>
          <a:p>
            <a:r>
              <a:rPr lang="en-IN" sz="3600" dirty="0"/>
              <a:t>Other Components</a:t>
            </a:r>
          </a:p>
        </p:txBody>
      </p:sp>
      <p:sp>
        <p:nvSpPr>
          <p:cNvPr id="3" name="Content Placeholder 2">
            <a:extLst>
              <a:ext uri="{FF2B5EF4-FFF2-40B4-BE49-F238E27FC236}">
                <a16:creationId xmlns:a16="http://schemas.microsoft.com/office/drawing/2014/main" id="{565590C9-6FD8-9089-BBD8-EFEB23C862E4}"/>
              </a:ext>
            </a:extLst>
          </p:cNvPr>
          <p:cNvSpPr>
            <a:spLocks noGrp="1"/>
          </p:cNvSpPr>
          <p:nvPr>
            <p:ph idx="1"/>
          </p:nvPr>
        </p:nvSpPr>
        <p:spPr>
          <a:xfrm>
            <a:off x="791220" y="2336463"/>
            <a:ext cx="5304780" cy="3157686"/>
          </a:xfrm>
        </p:spPr>
        <p:txBody>
          <a:bodyPr>
            <a:normAutofit fontScale="92500" lnSpcReduction="20000"/>
          </a:bodyPr>
          <a:lstStyle/>
          <a:p>
            <a:pPr marL="0" indent="0">
              <a:lnSpc>
                <a:spcPct val="100000"/>
              </a:lnSpc>
              <a:buNone/>
            </a:pPr>
            <a:r>
              <a:rPr lang="en-IN" b="1" dirty="0"/>
              <a:t>Relay Module (x2)</a:t>
            </a:r>
          </a:p>
          <a:p>
            <a:pPr marL="0" indent="0">
              <a:lnSpc>
                <a:spcPct val="100000"/>
              </a:lnSpc>
              <a:buNone/>
            </a:pPr>
            <a:endParaRPr lang="en-IN" sz="1800" dirty="0"/>
          </a:p>
          <a:p>
            <a:pPr>
              <a:buFont typeface="Arial" panose="020B0604020202020204" pitchFamily="34" charset="0"/>
              <a:buChar char="•"/>
            </a:pPr>
            <a:r>
              <a:rPr lang="en-US" sz="2400" dirty="0"/>
              <a:t>Used to </a:t>
            </a:r>
            <a:r>
              <a:rPr lang="en-US" sz="2400" b="1" dirty="0"/>
              <a:t>switch high-current devices like heater and Peltier </a:t>
            </a:r>
            <a:r>
              <a:rPr lang="en-US" sz="2400" dirty="0"/>
              <a:t>safely.</a:t>
            </a:r>
          </a:p>
          <a:p>
            <a:pPr>
              <a:buFont typeface="Arial" panose="020B0604020202020204" pitchFamily="34" charset="0"/>
              <a:buChar char="•"/>
            </a:pPr>
            <a:r>
              <a:rPr lang="en-US" sz="2400" dirty="0"/>
              <a:t>Provides </a:t>
            </a:r>
            <a:r>
              <a:rPr lang="en-US" sz="2400" b="1" dirty="0"/>
              <a:t>electrical isolation </a:t>
            </a:r>
            <a:r>
              <a:rPr lang="en-US" sz="2400" dirty="0"/>
              <a:t>between control and power circuits.</a:t>
            </a:r>
          </a:p>
          <a:p>
            <a:pPr>
              <a:buFont typeface="Arial" panose="020B0604020202020204" pitchFamily="34" charset="0"/>
              <a:buChar char="•"/>
            </a:pPr>
            <a:r>
              <a:rPr lang="en-US" sz="2400" dirty="0"/>
              <a:t>Activated by Arduino digital output pins.</a:t>
            </a:r>
            <a:endParaRPr lang="en-US" sz="3600" dirty="0"/>
          </a:p>
        </p:txBody>
      </p:sp>
      <p:pic>
        <p:nvPicPr>
          <p:cNvPr id="5" name="Picture 4">
            <a:extLst>
              <a:ext uri="{FF2B5EF4-FFF2-40B4-BE49-F238E27FC236}">
                <a16:creationId xmlns:a16="http://schemas.microsoft.com/office/drawing/2014/main" id="{FCC2CE24-D2DC-B2D7-F2C3-1E68D8C59F0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505559" y="1105660"/>
            <a:ext cx="4640871" cy="4646680"/>
          </a:xfrm>
          <a:prstGeom prst="rect">
            <a:avLst/>
          </a:prstGeom>
        </p:spPr>
      </p:pic>
      <p:grpSp>
        <p:nvGrpSpPr>
          <p:cNvPr id="24" name="Bottom Right">
            <a:extLst>
              <a:ext uri="{FF2B5EF4-FFF2-40B4-BE49-F238E27FC236}">
                <a16:creationId xmlns:a16="http://schemas.microsoft.com/office/drawing/2014/main" id="{4B2BB96C-D1A1-9913-AFF7-B02057041A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25" name="Freeform: Shape 24">
              <a:extLst>
                <a:ext uri="{FF2B5EF4-FFF2-40B4-BE49-F238E27FC236}">
                  <a16:creationId xmlns:a16="http://schemas.microsoft.com/office/drawing/2014/main" id="{9037A076-2BE6-49A5-C1CD-176B986C7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26" name="Graphic 157">
              <a:extLst>
                <a:ext uri="{FF2B5EF4-FFF2-40B4-BE49-F238E27FC236}">
                  <a16:creationId xmlns:a16="http://schemas.microsoft.com/office/drawing/2014/main" id="{DF26B0A4-B282-ACD1-E91E-FC0AA2663EE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8" name="Freeform: Shape 27">
                <a:extLst>
                  <a:ext uri="{FF2B5EF4-FFF2-40B4-BE49-F238E27FC236}">
                    <a16:creationId xmlns:a16="http://schemas.microsoft.com/office/drawing/2014/main" id="{22F592D3-5A03-A1E6-5845-06BC48288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DA30DA6B-3A79-82FE-4AD3-52FB04E51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F0511CF7-2025-7613-70CE-E03B1E0616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7D900231-2F52-C9E2-2024-80F3A54E2C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FCF47118-69FB-61D3-3BB5-F43117F40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978ADCDA-C15D-A599-B77E-BB11117E78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2A140A30-E97D-EFB6-5E11-87D73E8F84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7" name="Freeform: Shape 26">
              <a:extLst>
                <a:ext uri="{FF2B5EF4-FFF2-40B4-BE49-F238E27FC236}">
                  <a16:creationId xmlns:a16="http://schemas.microsoft.com/office/drawing/2014/main" id="{40EF3BF7-D60F-F0B3-E0C6-C222BE55E5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8792988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FB25CB-4375-A049-827D-0A9C9C84425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9EA4A3C-A59E-72BB-058E-A1A379629A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CA2EC74D-C55F-5AED-741F-D22E911F0E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4" name="Top left">
            <a:extLst>
              <a:ext uri="{FF2B5EF4-FFF2-40B4-BE49-F238E27FC236}">
                <a16:creationId xmlns:a16="http://schemas.microsoft.com/office/drawing/2014/main" id="{8BB2EAEE-D665-04C5-7674-29D7B4EFC1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5" name="Freeform: Shape 14">
              <a:extLst>
                <a:ext uri="{FF2B5EF4-FFF2-40B4-BE49-F238E27FC236}">
                  <a16:creationId xmlns:a16="http://schemas.microsoft.com/office/drawing/2014/main" id="{6EC8C910-511F-1536-6554-34481B21E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6" name="Freeform: Shape 15">
              <a:extLst>
                <a:ext uri="{FF2B5EF4-FFF2-40B4-BE49-F238E27FC236}">
                  <a16:creationId xmlns:a16="http://schemas.microsoft.com/office/drawing/2014/main" id="{C414DB6C-5F70-5AA6-C997-9BA074A5BC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696679EF-0FEE-2FCE-DEC3-F30274B75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AA86E25F-F8DA-9532-EF68-B87F9E207F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3F4C7FCC-C015-F2B0-E2E1-51D0F628D8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FA7925E4-41E7-AD4B-0C77-AE8CFBA8B4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382DB579-D13D-41AE-7991-7791D4D94F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8D8407EE-3FAB-4F2D-3616-B76E6FFCEB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747DC2A8-D9C4-BBD3-31BA-72D206ABE164}"/>
              </a:ext>
            </a:extLst>
          </p:cNvPr>
          <p:cNvSpPr>
            <a:spLocks noGrp="1"/>
          </p:cNvSpPr>
          <p:nvPr>
            <p:ph type="title"/>
          </p:nvPr>
        </p:nvSpPr>
        <p:spPr>
          <a:xfrm>
            <a:off x="706316" y="174647"/>
            <a:ext cx="5242811" cy="2236864"/>
          </a:xfrm>
        </p:spPr>
        <p:txBody>
          <a:bodyPr>
            <a:normAutofit/>
          </a:bodyPr>
          <a:lstStyle/>
          <a:p>
            <a:r>
              <a:rPr lang="en-IN" sz="3600" dirty="0"/>
              <a:t>Other Components</a:t>
            </a:r>
          </a:p>
        </p:txBody>
      </p:sp>
      <p:sp>
        <p:nvSpPr>
          <p:cNvPr id="3" name="Content Placeholder 2">
            <a:extLst>
              <a:ext uri="{FF2B5EF4-FFF2-40B4-BE49-F238E27FC236}">
                <a16:creationId xmlns:a16="http://schemas.microsoft.com/office/drawing/2014/main" id="{19750F9A-3352-4647-F1E1-2BC7CA97BEB3}"/>
              </a:ext>
            </a:extLst>
          </p:cNvPr>
          <p:cNvSpPr>
            <a:spLocks noGrp="1"/>
          </p:cNvSpPr>
          <p:nvPr>
            <p:ph idx="1"/>
          </p:nvPr>
        </p:nvSpPr>
        <p:spPr>
          <a:xfrm>
            <a:off x="791220" y="2336463"/>
            <a:ext cx="5304780" cy="3157686"/>
          </a:xfrm>
        </p:spPr>
        <p:txBody>
          <a:bodyPr>
            <a:normAutofit lnSpcReduction="10000"/>
          </a:bodyPr>
          <a:lstStyle/>
          <a:p>
            <a:pPr marL="0" indent="0">
              <a:lnSpc>
                <a:spcPct val="100000"/>
              </a:lnSpc>
              <a:buNone/>
            </a:pPr>
            <a:r>
              <a:rPr lang="en-IN" b="1" dirty="0"/>
              <a:t>12V 3A Adapter</a:t>
            </a:r>
          </a:p>
          <a:p>
            <a:pPr marL="0" indent="0">
              <a:lnSpc>
                <a:spcPct val="100000"/>
              </a:lnSpc>
              <a:buNone/>
            </a:pPr>
            <a:endParaRPr lang="en-IN" sz="1800" dirty="0"/>
          </a:p>
          <a:p>
            <a:pPr>
              <a:buFont typeface="Arial" panose="020B0604020202020204" pitchFamily="34" charset="0"/>
              <a:buChar char="•"/>
            </a:pPr>
            <a:r>
              <a:rPr lang="en-US" sz="2000" dirty="0"/>
              <a:t>Provides sufficient current to run the heater, Peltier, and fan.</a:t>
            </a:r>
          </a:p>
          <a:p>
            <a:pPr>
              <a:buFont typeface="Arial" panose="020B0604020202020204" pitchFamily="34" charset="0"/>
              <a:buChar char="•"/>
            </a:pPr>
            <a:r>
              <a:rPr lang="en-US" sz="2000" dirty="0"/>
              <a:t>Powers high-load components with stable voltage.</a:t>
            </a:r>
          </a:p>
          <a:p>
            <a:pPr>
              <a:buFont typeface="Arial" panose="020B0604020202020204" pitchFamily="34" charset="0"/>
              <a:buChar char="•"/>
            </a:pPr>
            <a:r>
              <a:rPr lang="en-US" sz="2000" dirty="0"/>
              <a:t>Shared across relays and thermal elements for unified supply.</a:t>
            </a:r>
            <a:endParaRPr lang="en-US" sz="4400" dirty="0"/>
          </a:p>
        </p:txBody>
      </p:sp>
      <p:pic>
        <p:nvPicPr>
          <p:cNvPr id="5" name="Picture 4">
            <a:extLst>
              <a:ext uri="{FF2B5EF4-FFF2-40B4-BE49-F238E27FC236}">
                <a16:creationId xmlns:a16="http://schemas.microsoft.com/office/drawing/2014/main" id="{D61A0C43-F5ED-2B5B-5987-8B01E28A83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505559" y="1108564"/>
            <a:ext cx="4640871" cy="4640871"/>
          </a:xfrm>
          <a:prstGeom prst="rect">
            <a:avLst/>
          </a:prstGeom>
        </p:spPr>
      </p:pic>
      <p:grpSp>
        <p:nvGrpSpPr>
          <p:cNvPr id="24" name="Bottom Right">
            <a:extLst>
              <a:ext uri="{FF2B5EF4-FFF2-40B4-BE49-F238E27FC236}">
                <a16:creationId xmlns:a16="http://schemas.microsoft.com/office/drawing/2014/main" id="{266690F2-9F7A-BF05-4910-AD99857C03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25" name="Freeform: Shape 24">
              <a:extLst>
                <a:ext uri="{FF2B5EF4-FFF2-40B4-BE49-F238E27FC236}">
                  <a16:creationId xmlns:a16="http://schemas.microsoft.com/office/drawing/2014/main" id="{3ED2FCF8-010E-98F2-CFF7-6A97F7518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26" name="Graphic 157">
              <a:extLst>
                <a:ext uri="{FF2B5EF4-FFF2-40B4-BE49-F238E27FC236}">
                  <a16:creationId xmlns:a16="http://schemas.microsoft.com/office/drawing/2014/main" id="{C647AFA9-C08A-3A4B-6791-9352AC226A5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8" name="Freeform: Shape 27">
                <a:extLst>
                  <a:ext uri="{FF2B5EF4-FFF2-40B4-BE49-F238E27FC236}">
                    <a16:creationId xmlns:a16="http://schemas.microsoft.com/office/drawing/2014/main" id="{4D620FE1-21FF-A903-E68B-405EB0485F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DB280C1F-CDBD-27C3-AFB2-942B43BDA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B1456F17-87D3-BDC8-58B9-FC7FC2D02E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4941F2DB-6618-3858-B64B-F89C9B7C4B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4E8B76BA-8966-F42C-1FFC-02B47FA40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9C750366-C8E7-C3DD-34FA-B6C41CA824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59D4EDE3-FBB3-3897-6EFB-A9C7D91C2A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7" name="Freeform: Shape 26">
              <a:extLst>
                <a:ext uri="{FF2B5EF4-FFF2-40B4-BE49-F238E27FC236}">
                  <a16:creationId xmlns:a16="http://schemas.microsoft.com/office/drawing/2014/main" id="{CDF2E0C6-2241-41C5-5468-D1FBFAE03D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7464203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C190C8-A15E-D8CC-F11B-92B5C5E7B49C}"/>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2DBE3EB6-7F62-08EB-23BD-631E0ECDE2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8B0192F0-FC27-2EC6-0FD5-F8B0C6CB6A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F6CBB6BB-6252-3C05-653C-FD04981A7DDF}"/>
              </a:ext>
            </a:extLst>
          </p:cNvPr>
          <p:cNvSpPr>
            <a:spLocks noGrp="1"/>
          </p:cNvSpPr>
          <p:nvPr>
            <p:ph type="title"/>
          </p:nvPr>
        </p:nvSpPr>
        <p:spPr>
          <a:xfrm>
            <a:off x="5804672" y="610178"/>
            <a:ext cx="5605358" cy="1664573"/>
          </a:xfrm>
        </p:spPr>
        <p:txBody>
          <a:bodyPr>
            <a:normAutofit/>
          </a:bodyPr>
          <a:lstStyle/>
          <a:p>
            <a:pPr algn="r"/>
            <a:r>
              <a:rPr lang="en-IN" sz="3600" dirty="0"/>
              <a:t>Other Components</a:t>
            </a:r>
          </a:p>
        </p:txBody>
      </p:sp>
      <p:pic>
        <p:nvPicPr>
          <p:cNvPr id="5" name="Picture 4">
            <a:extLst>
              <a:ext uri="{FF2B5EF4-FFF2-40B4-BE49-F238E27FC236}">
                <a16:creationId xmlns:a16="http://schemas.microsoft.com/office/drawing/2014/main" id="{8644C87D-16E6-8898-C0AF-367322C9AC7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56282" y="1294756"/>
            <a:ext cx="4268488" cy="4268488"/>
          </a:xfrm>
          <a:prstGeom prst="rect">
            <a:avLst/>
          </a:prstGeom>
        </p:spPr>
      </p:pic>
      <p:grpSp>
        <p:nvGrpSpPr>
          <p:cNvPr id="43" name="Top left">
            <a:extLst>
              <a:ext uri="{FF2B5EF4-FFF2-40B4-BE49-F238E27FC236}">
                <a16:creationId xmlns:a16="http://schemas.microsoft.com/office/drawing/2014/main" id="{FCF8C3DA-6797-0BD5-6002-47F0447F5C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44" name="Freeform: Shape 43">
              <a:extLst>
                <a:ext uri="{FF2B5EF4-FFF2-40B4-BE49-F238E27FC236}">
                  <a16:creationId xmlns:a16="http://schemas.microsoft.com/office/drawing/2014/main" id="{1DF040FD-FB61-D3EC-4C9C-A322D77E76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5" name="Freeform: Shape 44">
              <a:extLst>
                <a:ext uri="{FF2B5EF4-FFF2-40B4-BE49-F238E27FC236}">
                  <a16:creationId xmlns:a16="http://schemas.microsoft.com/office/drawing/2014/main" id="{8C1DBA52-D1A1-40D9-46CA-513752E33D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46" name="Freeform: Shape 45">
              <a:extLst>
                <a:ext uri="{FF2B5EF4-FFF2-40B4-BE49-F238E27FC236}">
                  <a16:creationId xmlns:a16="http://schemas.microsoft.com/office/drawing/2014/main" id="{3AB3900E-499C-08D7-411F-89EB700B4A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47" name="Freeform: Shape 46">
              <a:extLst>
                <a:ext uri="{FF2B5EF4-FFF2-40B4-BE49-F238E27FC236}">
                  <a16:creationId xmlns:a16="http://schemas.microsoft.com/office/drawing/2014/main" id="{935EE476-A994-6CB6-DB4F-DAA1996B0C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48" name="Freeform: Shape 47">
              <a:extLst>
                <a:ext uri="{FF2B5EF4-FFF2-40B4-BE49-F238E27FC236}">
                  <a16:creationId xmlns:a16="http://schemas.microsoft.com/office/drawing/2014/main" id="{1A6C32E4-40A7-199E-2713-789CC44848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49" name="Freeform: Shape 48">
              <a:extLst>
                <a:ext uri="{FF2B5EF4-FFF2-40B4-BE49-F238E27FC236}">
                  <a16:creationId xmlns:a16="http://schemas.microsoft.com/office/drawing/2014/main" id="{D895B186-32AC-DD2D-954F-603E1BE25B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50" name="Freeform: Shape 49">
              <a:extLst>
                <a:ext uri="{FF2B5EF4-FFF2-40B4-BE49-F238E27FC236}">
                  <a16:creationId xmlns:a16="http://schemas.microsoft.com/office/drawing/2014/main" id="{724DF89A-AF14-C4D5-313A-2AEE546832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51" name="Freeform: Shape 50">
              <a:extLst>
                <a:ext uri="{FF2B5EF4-FFF2-40B4-BE49-F238E27FC236}">
                  <a16:creationId xmlns:a16="http://schemas.microsoft.com/office/drawing/2014/main" id="{DA6B83AF-3B80-A4FF-A9F8-12DD7941E0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grpSp>
        <p:nvGrpSpPr>
          <p:cNvPr id="53" name="Bottom Right">
            <a:extLst>
              <a:ext uri="{FF2B5EF4-FFF2-40B4-BE49-F238E27FC236}">
                <a16:creationId xmlns:a16="http://schemas.microsoft.com/office/drawing/2014/main" id="{E3B2DDF9-7589-A3AD-060F-0C4E10B3561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54" name="Freeform: Shape 53">
              <a:extLst>
                <a:ext uri="{FF2B5EF4-FFF2-40B4-BE49-F238E27FC236}">
                  <a16:creationId xmlns:a16="http://schemas.microsoft.com/office/drawing/2014/main" id="{8C9FEF88-46B7-8D5E-F5DB-B6A2D3C3E3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55" name="Graphic 157">
              <a:extLst>
                <a:ext uri="{FF2B5EF4-FFF2-40B4-BE49-F238E27FC236}">
                  <a16:creationId xmlns:a16="http://schemas.microsoft.com/office/drawing/2014/main" id="{69228174-8F32-A077-F831-5D048DD8682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57" name="Freeform: Shape 56">
                <a:extLst>
                  <a:ext uri="{FF2B5EF4-FFF2-40B4-BE49-F238E27FC236}">
                    <a16:creationId xmlns:a16="http://schemas.microsoft.com/office/drawing/2014/main" id="{DC812F2D-6656-0577-2E61-B1BA0867B4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58" name="Freeform: Shape 57">
                <a:extLst>
                  <a:ext uri="{FF2B5EF4-FFF2-40B4-BE49-F238E27FC236}">
                    <a16:creationId xmlns:a16="http://schemas.microsoft.com/office/drawing/2014/main" id="{DBA7F6A1-62C9-C16C-F74A-C8338080DD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9" name="Freeform: Shape 58">
                <a:extLst>
                  <a:ext uri="{FF2B5EF4-FFF2-40B4-BE49-F238E27FC236}">
                    <a16:creationId xmlns:a16="http://schemas.microsoft.com/office/drawing/2014/main" id="{5EDCCB5F-CCA8-716E-EBFC-F745F1A509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60" name="Freeform: Shape 59">
                <a:extLst>
                  <a:ext uri="{FF2B5EF4-FFF2-40B4-BE49-F238E27FC236}">
                    <a16:creationId xmlns:a16="http://schemas.microsoft.com/office/drawing/2014/main" id="{BD5677DA-2E3A-9195-E5D0-9523C9C84A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1" name="Freeform: Shape 60">
                <a:extLst>
                  <a:ext uri="{FF2B5EF4-FFF2-40B4-BE49-F238E27FC236}">
                    <a16:creationId xmlns:a16="http://schemas.microsoft.com/office/drawing/2014/main" id="{6368776F-850F-9884-DB55-86147BD3F2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2" name="Freeform: Shape 61">
                <a:extLst>
                  <a:ext uri="{FF2B5EF4-FFF2-40B4-BE49-F238E27FC236}">
                    <a16:creationId xmlns:a16="http://schemas.microsoft.com/office/drawing/2014/main" id="{020AD4B1-7FA5-9C3A-8215-C064D03EB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3" name="Freeform: Shape 62">
                <a:extLst>
                  <a:ext uri="{FF2B5EF4-FFF2-40B4-BE49-F238E27FC236}">
                    <a16:creationId xmlns:a16="http://schemas.microsoft.com/office/drawing/2014/main" id="{C0AE35D9-7308-D5E3-1365-7C72BC0E7A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56" name="Freeform: Shape 55">
              <a:extLst>
                <a:ext uri="{FF2B5EF4-FFF2-40B4-BE49-F238E27FC236}">
                  <a16:creationId xmlns:a16="http://schemas.microsoft.com/office/drawing/2014/main" id="{BC02406F-46A2-CD8B-4E1A-C95B862177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Content Placeholder 2">
            <a:extLst>
              <a:ext uri="{FF2B5EF4-FFF2-40B4-BE49-F238E27FC236}">
                <a16:creationId xmlns:a16="http://schemas.microsoft.com/office/drawing/2014/main" id="{C2EE02B7-989B-A113-5456-07230B3D316C}"/>
              </a:ext>
            </a:extLst>
          </p:cNvPr>
          <p:cNvSpPr>
            <a:spLocks noGrp="1"/>
          </p:cNvSpPr>
          <p:nvPr>
            <p:ph idx="1"/>
          </p:nvPr>
        </p:nvSpPr>
        <p:spPr>
          <a:xfrm>
            <a:off x="5399941" y="2082753"/>
            <a:ext cx="5970380" cy="3728613"/>
          </a:xfrm>
        </p:spPr>
        <p:txBody>
          <a:bodyPr>
            <a:normAutofit fontScale="92500" lnSpcReduction="20000"/>
          </a:bodyPr>
          <a:lstStyle/>
          <a:p>
            <a:pPr marL="0" indent="0" algn="r">
              <a:buNone/>
            </a:pPr>
            <a:r>
              <a:rPr lang="en-IN" sz="3500" b="1" dirty="0"/>
              <a:t>CPU Cooling Fan(12v)</a:t>
            </a:r>
            <a:endParaRPr lang="en-IN" sz="2200" dirty="0"/>
          </a:p>
          <a:p>
            <a:pPr>
              <a:buFont typeface="Arial" panose="020B0604020202020204" pitchFamily="34" charset="0"/>
              <a:buChar char="•"/>
            </a:pPr>
            <a:endParaRPr lang="en-US" sz="1600" b="1" dirty="0"/>
          </a:p>
          <a:p>
            <a:pPr>
              <a:buFont typeface="Arial" panose="020B0604020202020204" pitchFamily="34" charset="0"/>
              <a:buChar char="•"/>
            </a:pPr>
            <a:r>
              <a:rPr lang="en-US" sz="2200" b="1" dirty="0"/>
              <a:t>Cools the hot side of the Peltier module</a:t>
            </a:r>
            <a:r>
              <a:rPr lang="en-US" sz="2200" dirty="0"/>
              <a:t> to maintain efficiency.</a:t>
            </a:r>
          </a:p>
          <a:p>
            <a:pPr>
              <a:buFont typeface="Arial" panose="020B0604020202020204" pitchFamily="34" charset="0"/>
              <a:buChar char="•"/>
            </a:pPr>
            <a:r>
              <a:rPr lang="en-US" sz="2200" b="1" dirty="0"/>
              <a:t>Prevents overheating </a:t>
            </a:r>
            <a:r>
              <a:rPr lang="en-US" sz="2200" dirty="0"/>
              <a:t>and enhances thermal </a:t>
            </a:r>
            <a:r>
              <a:rPr lang="en-US" sz="2200" dirty="0" err="1"/>
              <a:t>regulation.Powered</a:t>
            </a:r>
            <a:r>
              <a:rPr lang="en-US" sz="2200" dirty="0"/>
              <a:t> directly from 12V power supply.</a:t>
            </a:r>
          </a:p>
          <a:p>
            <a:pPr>
              <a:buFont typeface="Arial" panose="020B0604020202020204" pitchFamily="34" charset="0"/>
              <a:buChar char="•"/>
            </a:pPr>
            <a:r>
              <a:rPr lang="en-US" sz="2000" dirty="0"/>
              <a:t>They ensure continuous airflow, preventing overheating and </a:t>
            </a:r>
            <a:r>
              <a:rPr lang="en-US" sz="2000" b="1" dirty="0"/>
              <a:t>maintaining optimal thermal performance </a:t>
            </a:r>
            <a:r>
              <a:rPr lang="en-US" sz="2000" dirty="0"/>
              <a:t>inside the container</a:t>
            </a:r>
            <a:r>
              <a:rPr lang="en-US" dirty="0"/>
              <a:t>.</a:t>
            </a:r>
            <a:endParaRPr lang="en-IN" sz="4000" dirty="0"/>
          </a:p>
        </p:txBody>
      </p:sp>
    </p:spTree>
    <p:extLst>
      <p:ext uri="{BB962C8B-B14F-4D97-AF65-F5344CB8AC3E}">
        <p14:creationId xmlns:p14="http://schemas.microsoft.com/office/powerpoint/2010/main" val="6809659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47A131F-D5DE-41A5-B4CF-4F345319B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Freeform: Shape 11">
            <a:extLst>
              <a:ext uri="{FF2B5EF4-FFF2-40B4-BE49-F238E27FC236}">
                <a16:creationId xmlns:a16="http://schemas.microsoft.com/office/drawing/2014/main" id="{3AF4666D-BD98-40A5-A75F-478B98201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14" name="Freeform: Shape 13">
            <a:extLst>
              <a:ext uri="{FF2B5EF4-FFF2-40B4-BE49-F238E27FC236}">
                <a16:creationId xmlns:a16="http://schemas.microsoft.com/office/drawing/2014/main" id="{68680585-71F9-4721-A998-4974171D2E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16" name="Freeform: Shape 15">
            <a:extLst>
              <a:ext uri="{FF2B5EF4-FFF2-40B4-BE49-F238E27FC236}">
                <a16:creationId xmlns:a16="http://schemas.microsoft.com/office/drawing/2014/main" id="{12BC95C2-2EEC-4F59-ABA8-660B0D059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8" name="Graphic 141">
            <a:extLst>
              <a:ext uri="{FF2B5EF4-FFF2-40B4-BE49-F238E27FC236}">
                <a16:creationId xmlns:a16="http://schemas.microsoft.com/office/drawing/2014/main" id="{03E9870D-4BBA-43AF-8D44-BBADF020CF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19" name="Freeform: Shape 18">
              <a:extLst>
                <a:ext uri="{FF2B5EF4-FFF2-40B4-BE49-F238E27FC236}">
                  <a16:creationId xmlns:a16="http://schemas.microsoft.com/office/drawing/2014/main" id="{34BC5055-C77D-43CD-BB1D-A77B6779C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DB12D0B8-9385-489A-85AE-3D14AD0BA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D158A14A-147E-4130-A5E2-38FD84B18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75B8B1EB-5E2B-472C-AE60-2EC5961F16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B4F5BD77-58D7-4B61-A666-1B4139A63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F5CBEC6B-EDB6-40B8-8771-E5AF41B8D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91BD0EE8-AA47-4044-9251-9F5A4B820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27" name="Graphic 157">
            <a:extLst>
              <a:ext uri="{FF2B5EF4-FFF2-40B4-BE49-F238E27FC236}">
                <a16:creationId xmlns:a16="http://schemas.microsoft.com/office/drawing/2014/main" id="{C3279E8D-2BAA-4CB1-834B-09FADD54DE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28" name="Freeform: Shape 27">
              <a:extLst>
                <a:ext uri="{FF2B5EF4-FFF2-40B4-BE49-F238E27FC236}">
                  <a16:creationId xmlns:a16="http://schemas.microsoft.com/office/drawing/2014/main" id="{3456F18E-4F61-486D-9CD6-65B30372C5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318DDF45-08F0-46B6-A0B7-133735C94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B9D0CC0F-710D-43F4-BC86-7637674201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6FB36AB6-CB81-495A-8A33-C0BCE67D6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1993F7E6-ABF6-482D-BEA5-B4E607DDB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DCA0B097-C21A-40B4-95E4-2FFA9697F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AB2AF0F5-7EAA-4BAB-8DE2-D84E12417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36" name="Rectangle 35">
            <a:extLst>
              <a:ext uri="{FF2B5EF4-FFF2-40B4-BE49-F238E27FC236}">
                <a16:creationId xmlns:a16="http://schemas.microsoft.com/office/drawing/2014/main" id="{3A6C273A-38F2-4D34-98BF-47B248862B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8" name="Rectangle 37">
            <a:extLst>
              <a:ext uri="{FF2B5EF4-FFF2-40B4-BE49-F238E27FC236}">
                <a16:creationId xmlns:a16="http://schemas.microsoft.com/office/drawing/2014/main" id="{2E2CF659-EE5D-432C-B47F-10AC4A48A3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0" name="Rectangle 39">
            <a:extLst>
              <a:ext uri="{FF2B5EF4-FFF2-40B4-BE49-F238E27FC236}">
                <a16:creationId xmlns:a16="http://schemas.microsoft.com/office/drawing/2014/main" id="{683AA549-1F0C-46E0-AAD8-DC3DC6CA61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diagram of a circuit board&#10;&#10;AI-generated content may be incorrect.">
            <a:extLst>
              <a:ext uri="{FF2B5EF4-FFF2-40B4-BE49-F238E27FC236}">
                <a16:creationId xmlns:a16="http://schemas.microsoft.com/office/drawing/2014/main" id="{B8AA9B1F-8284-8406-6A44-8970FDD2138B}"/>
              </a:ext>
            </a:extLst>
          </p:cNvPr>
          <p:cNvPicPr>
            <a:picLocks noGrp="1" noChangeAspect="1"/>
          </p:cNvPicPr>
          <p:nvPr>
            <p:ph idx="1"/>
          </p:nvPr>
        </p:nvPicPr>
        <p:blipFill>
          <a:blip r:embed="rId2">
            <a:alphaModFix/>
            <a:extLst>
              <a:ext uri="{28A0092B-C50C-407E-A947-70E740481C1C}">
                <a14:useLocalDpi xmlns:a14="http://schemas.microsoft.com/office/drawing/2010/main" val="0"/>
              </a:ext>
            </a:extLst>
          </a:blip>
          <a:srcRect t="2593" r="-1" b="-1"/>
          <a:stretch>
            <a:fillRect/>
          </a:stretch>
        </p:blipFill>
        <p:spPr>
          <a:xfrm>
            <a:off x="20" y="10"/>
            <a:ext cx="12188932" cy="6856614"/>
          </a:xfrm>
          <a:prstGeom prst="rect">
            <a:avLst/>
          </a:prstGeom>
        </p:spPr>
      </p:pic>
      <p:grpSp>
        <p:nvGrpSpPr>
          <p:cNvPr id="42" name="Group 41">
            <a:extLst>
              <a:ext uri="{FF2B5EF4-FFF2-40B4-BE49-F238E27FC236}">
                <a16:creationId xmlns:a16="http://schemas.microsoft.com/office/drawing/2014/main" id="{7B2F7E43-35EC-4103-9D95-2ACDB00387C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grpSp>
          <p:nvGrpSpPr>
            <p:cNvPr id="43" name="Graphic 157">
              <a:extLst>
                <a:ext uri="{FF2B5EF4-FFF2-40B4-BE49-F238E27FC236}">
                  <a16:creationId xmlns:a16="http://schemas.microsoft.com/office/drawing/2014/main" id="{4CBE545A-C704-48FA-8193-05D4FDAA210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45" name="Freeform: Shape 44">
                <a:extLst>
                  <a:ext uri="{FF2B5EF4-FFF2-40B4-BE49-F238E27FC236}">
                    <a16:creationId xmlns:a16="http://schemas.microsoft.com/office/drawing/2014/main" id="{DFC12F8B-A54C-43DD-B393-14555547B6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bg2">
                    <a:alpha val="35000"/>
                  </a:schemeClr>
                </a:solidFill>
                <a:prstDash val="lgDash"/>
                <a:round/>
              </a:ln>
            </p:spPr>
            <p:txBody>
              <a:bodyPr rtlCol="0" anchor="ctr"/>
              <a:lstStyle/>
              <a:p>
                <a:endParaRPr lang="en-US"/>
              </a:p>
            </p:txBody>
          </p:sp>
          <p:sp>
            <p:nvSpPr>
              <p:cNvPr id="46" name="Freeform: Shape 45">
                <a:extLst>
                  <a:ext uri="{FF2B5EF4-FFF2-40B4-BE49-F238E27FC236}">
                    <a16:creationId xmlns:a16="http://schemas.microsoft.com/office/drawing/2014/main" id="{E3B33274-B053-4224-A5A0-B90126BFFF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bg2">
                    <a:alpha val="35000"/>
                  </a:schemeClr>
                </a:solidFill>
                <a:prstDash val="lgDash"/>
                <a:round/>
              </a:ln>
            </p:spPr>
            <p:txBody>
              <a:bodyPr rtlCol="0" anchor="ctr"/>
              <a:lstStyle/>
              <a:p>
                <a:endParaRPr lang="en-US"/>
              </a:p>
            </p:txBody>
          </p:sp>
          <p:sp>
            <p:nvSpPr>
              <p:cNvPr id="47" name="Freeform: Shape 46">
                <a:extLst>
                  <a:ext uri="{FF2B5EF4-FFF2-40B4-BE49-F238E27FC236}">
                    <a16:creationId xmlns:a16="http://schemas.microsoft.com/office/drawing/2014/main" id="{1C7170C7-58C1-4C2A-BCB1-A35DA8E12D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bg2">
                    <a:alpha val="35000"/>
                  </a:schemeClr>
                </a:solidFill>
                <a:prstDash val="lgDash"/>
                <a:round/>
              </a:ln>
            </p:spPr>
            <p:txBody>
              <a:bodyPr rtlCol="0" anchor="ctr"/>
              <a:lstStyle/>
              <a:p>
                <a:endParaRPr lang="en-US"/>
              </a:p>
            </p:txBody>
          </p:sp>
          <p:sp>
            <p:nvSpPr>
              <p:cNvPr id="48" name="Freeform: Shape 47">
                <a:extLst>
                  <a:ext uri="{FF2B5EF4-FFF2-40B4-BE49-F238E27FC236}">
                    <a16:creationId xmlns:a16="http://schemas.microsoft.com/office/drawing/2014/main" id="{5931EDD4-C978-4F30-9A9D-2C5D3B3E4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bg2">
                    <a:alpha val="35000"/>
                  </a:schemeClr>
                </a:solidFill>
                <a:prstDash val="lgDash"/>
                <a:round/>
              </a:ln>
            </p:spPr>
            <p:txBody>
              <a:bodyPr rtlCol="0" anchor="ctr"/>
              <a:lstStyle/>
              <a:p>
                <a:endParaRPr lang="en-US"/>
              </a:p>
            </p:txBody>
          </p:sp>
          <p:sp>
            <p:nvSpPr>
              <p:cNvPr id="49" name="Freeform: Shape 48">
                <a:extLst>
                  <a:ext uri="{FF2B5EF4-FFF2-40B4-BE49-F238E27FC236}">
                    <a16:creationId xmlns:a16="http://schemas.microsoft.com/office/drawing/2014/main" id="{3E984CF3-8D55-4CD4-8256-69FDFE61C1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bg2">
                    <a:alpha val="35000"/>
                  </a:schemeClr>
                </a:solidFill>
                <a:prstDash val="lgDash"/>
                <a:round/>
              </a:ln>
            </p:spPr>
            <p:txBody>
              <a:bodyPr rtlCol="0" anchor="ctr"/>
              <a:lstStyle/>
              <a:p>
                <a:endParaRPr lang="en-US"/>
              </a:p>
            </p:txBody>
          </p:sp>
          <p:sp>
            <p:nvSpPr>
              <p:cNvPr id="50" name="Freeform: Shape 49">
                <a:extLst>
                  <a:ext uri="{FF2B5EF4-FFF2-40B4-BE49-F238E27FC236}">
                    <a16:creationId xmlns:a16="http://schemas.microsoft.com/office/drawing/2014/main" id="{E9CC4F5D-4692-4689-807E-46C4886AD3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bg2">
                    <a:alpha val="35000"/>
                  </a:schemeClr>
                </a:solidFill>
                <a:prstDash val="lgDash"/>
                <a:round/>
              </a:ln>
            </p:spPr>
            <p:txBody>
              <a:bodyPr rtlCol="0" anchor="ctr"/>
              <a:lstStyle/>
              <a:p>
                <a:endParaRPr lang="en-US"/>
              </a:p>
            </p:txBody>
          </p:sp>
          <p:sp>
            <p:nvSpPr>
              <p:cNvPr id="51" name="Freeform: Shape 50">
                <a:extLst>
                  <a:ext uri="{FF2B5EF4-FFF2-40B4-BE49-F238E27FC236}">
                    <a16:creationId xmlns:a16="http://schemas.microsoft.com/office/drawing/2014/main" id="{B872E016-A490-4CAF-AAC9-3EE29CBD4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bg2">
                    <a:alpha val="35000"/>
                  </a:schemeClr>
                </a:solidFill>
                <a:prstDash val="lgDash"/>
                <a:round/>
              </a:ln>
            </p:spPr>
            <p:txBody>
              <a:bodyPr rtlCol="0" anchor="ctr"/>
              <a:lstStyle/>
              <a:p>
                <a:endParaRPr lang="en-US"/>
              </a:p>
            </p:txBody>
          </p:sp>
        </p:grpSp>
        <p:sp>
          <p:nvSpPr>
            <p:cNvPr id="44" name="Freeform: Shape 43">
              <a:extLst>
                <a:ext uri="{FF2B5EF4-FFF2-40B4-BE49-F238E27FC236}">
                  <a16:creationId xmlns:a16="http://schemas.microsoft.com/office/drawing/2014/main" id="{594A6B7E-847F-437A-BC2F-A78EE3F87D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53" name="Footer Placeholder 42">
            <a:extLst>
              <a:ext uri="{FF2B5EF4-FFF2-40B4-BE49-F238E27FC236}">
                <a16:creationId xmlns:a16="http://schemas.microsoft.com/office/drawing/2014/main" id="{03E51277-1095-412F-913B-8FA8021AA626}"/>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000" cap="all" spc="200">
              <a:latin typeface="Segoe UI Semilight" panose="020B0402040204020203" pitchFamily="34" charset="0"/>
              <a:cs typeface="Segoe UI Semilight" panose="020B0402040204020203" pitchFamily="34" charset="0"/>
            </a:endParaRPr>
          </a:p>
        </p:txBody>
      </p:sp>
      <p:grpSp>
        <p:nvGrpSpPr>
          <p:cNvPr id="55" name="Graphic 3">
            <a:extLst>
              <a:ext uri="{FF2B5EF4-FFF2-40B4-BE49-F238E27FC236}">
                <a16:creationId xmlns:a16="http://schemas.microsoft.com/office/drawing/2014/main" id="{96F2112D-BBBE-46A6-B66D-A3F02ED3284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087"/>
            <a:ext cx="7921775" cy="6887020"/>
            <a:chOff x="3662362" y="1504950"/>
            <a:chExt cx="4411694" cy="3835431"/>
          </a:xfrm>
          <a:noFill/>
        </p:grpSpPr>
        <p:sp>
          <p:nvSpPr>
            <p:cNvPr id="56" name="Freeform: Shape 55">
              <a:extLst>
                <a:ext uri="{FF2B5EF4-FFF2-40B4-BE49-F238E27FC236}">
                  <a16:creationId xmlns:a16="http://schemas.microsoft.com/office/drawing/2014/main" id="{712269F1-E4D6-4EEB-8A0F-059FAFC408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595342" y="1540859"/>
              <a:ext cx="2478714" cy="3799522"/>
            </a:xfrm>
            <a:custGeom>
              <a:avLst/>
              <a:gdLst>
                <a:gd name="connsiteX0" fmla="*/ 545711 w 2478714"/>
                <a:gd name="connsiteY0" fmla="*/ 3799523 h 3799522"/>
                <a:gd name="connsiteX1" fmla="*/ 280820 w 2478714"/>
                <a:gd name="connsiteY1" fmla="*/ 3178874 h 3799522"/>
                <a:gd name="connsiteX2" fmla="*/ 43076 w 2478714"/>
                <a:gd name="connsiteY2" fmla="*/ 2663762 h 3799522"/>
                <a:gd name="connsiteX3" fmla="*/ 3167 w 2478714"/>
                <a:gd name="connsiteY3" fmla="*/ 2344769 h 3799522"/>
                <a:gd name="connsiteX4" fmla="*/ 117943 w 2478714"/>
                <a:gd name="connsiteY4" fmla="*/ 1976723 h 3799522"/>
                <a:gd name="connsiteX5" fmla="*/ 224242 w 2478714"/>
                <a:gd name="connsiteY5" fmla="*/ 1744123 h 3799522"/>
                <a:gd name="connsiteX6" fmla="*/ 447222 w 2478714"/>
                <a:gd name="connsiteY6" fmla="*/ 1569244 h 3799522"/>
                <a:gd name="connsiteX7" fmla="*/ 708588 w 2478714"/>
                <a:gd name="connsiteY7" fmla="*/ 1598295 h 3799522"/>
                <a:gd name="connsiteX8" fmla="*/ 1024532 w 2478714"/>
                <a:gd name="connsiteY8" fmla="*/ 1741837 h 3799522"/>
                <a:gd name="connsiteX9" fmla="*/ 1538692 w 2478714"/>
                <a:gd name="connsiteY9" fmla="*/ 1773460 h 3799522"/>
                <a:gd name="connsiteX10" fmla="*/ 1869019 w 2478714"/>
                <a:gd name="connsiteY10" fmla="*/ 1650016 h 3799522"/>
                <a:gd name="connsiteX11" fmla="*/ 2124670 w 2478714"/>
                <a:gd name="connsiteY11" fmla="*/ 1515047 h 3799522"/>
                <a:gd name="connsiteX12" fmla="*/ 2334410 w 2478714"/>
                <a:gd name="connsiteY12" fmla="*/ 1305401 h 3799522"/>
                <a:gd name="connsiteX13" fmla="*/ 2430232 w 2478714"/>
                <a:gd name="connsiteY13" fmla="*/ 933164 h 3799522"/>
                <a:gd name="connsiteX14" fmla="*/ 2430232 w 2478714"/>
                <a:gd name="connsiteY14" fmla="*/ 571786 h 3799522"/>
                <a:gd name="connsiteX15" fmla="*/ 2445472 w 2478714"/>
                <a:gd name="connsiteY15" fmla="*/ 315659 h 3799522"/>
                <a:gd name="connsiteX16" fmla="*/ 2478714 w 2478714"/>
                <a:gd name="connsiteY16" fmla="*/ 0 h 3799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78714" h="3799522">
                  <a:moveTo>
                    <a:pt x="545711" y="3799523"/>
                  </a:moveTo>
                  <a:cubicBezTo>
                    <a:pt x="492847" y="3532346"/>
                    <a:pt x="330541" y="3270313"/>
                    <a:pt x="280820" y="3178874"/>
                  </a:cubicBezTo>
                  <a:cubicBezTo>
                    <a:pt x="190047" y="3012281"/>
                    <a:pt x="98988" y="2844832"/>
                    <a:pt x="43076" y="2663762"/>
                  </a:cubicBezTo>
                  <a:cubicBezTo>
                    <a:pt x="11072" y="2560130"/>
                    <a:pt x="-7882" y="2452402"/>
                    <a:pt x="3167" y="2344769"/>
                  </a:cubicBezTo>
                  <a:cubicBezTo>
                    <a:pt x="16311" y="2216468"/>
                    <a:pt x="71175" y="2097310"/>
                    <a:pt x="117943" y="1976723"/>
                  </a:cubicBezTo>
                  <a:cubicBezTo>
                    <a:pt x="148899" y="1896904"/>
                    <a:pt x="177569" y="1815751"/>
                    <a:pt x="224242" y="1744123"/>
                  </a:cubicBezTo>
                  <a:cubicBezTo>
                    <a:pt x="277677" y="1662017"/>
                    <a:pt x="352829" y="1593437"/>
                    <a:pt x="447222" y="1569244"/>
                  </a:cubicBezTo>
                  <a:cubicBezTo>
                    <a:pt x="534090" y="1547051"/>
                    <a:pt x="624387" y="1565910"/>
                    <a:pt x="708588" y="1598295"/>
                  </a:cubicBezTo>
                  <a:cubicBezTo>
                    <a:pt x="816697" y="1640015"/>
                    <a:pt x="915948" y="1701546"/>
                    <a:pt x="1024532" y="1741837"/>
                  </a:cubicBezTo>
                  <a:cubicBezTo>
                    <a:pt x="1188743" y="1802797"/>
                    <a:pt x="1367814" y="1811750"/>
                    <a:pt x="1538692" y="1773460"/>
                  </a:cubicBezTo>
                  <a:cubicBezTo>
                    <a:pt x="1653659" y="1747647"/>
                    <a:pt x="1761863" y="1699355"/>
                    <a:pt x="1869019" y="1650016"/>
                  </a:cubicBezTo>
                  <a:cubicBezTo>
                    <a:pt x="1956744" y="1609630"/>
                    <a:pt x="2044279" y="1568291"/>
                    <a:pt x="2124670" y="1515047"/>
                  </a:cubicBezTo>
                  <a:cubicBezTo>
                    <a:pt x="2208204" y="1459706"/>
                    <a:pt x="2282976" y="1391222"/>
                    <a:pt x="2334410" y="1305401"/>
                  </a:cubicBezTo>
                  <a:cubicBezTo>
                    <a:pt x="2401181" y="1194054"/>
                    <a:pt x="2423565" y="1063276"/>
                    <a:pt x="2430232" y="933164"/>
                  </a:cubicBezTo>
                  <a:cubicBezTo>
                    <a:pt x="2436423" y="812864"/>
                    <a:pt x="2428517" y="692277"/>
                    <a:pt x="2430232" y="571786"/>
                  </a:cubicBezTo>
                  <a:cubicBezTo>
                    <a:pt x="2431470" y="486251"/>
                    <a:pt x="2438233" y="400907"/>
                    <a:pt x="2445472" y="315659"/>
                  </a:cubicBezTo>
                  <a:cubicBezTo>
                    <a:pt x="2454426" y="210217"/>
                    <a:pt x="2463284" y="104680"/>
                    <a:pt x="2478714" y="0"/>
                  </a:cubicBezTo>
                </a:path>
              </a:pathLst>
            </a:custGeom>
            <a:noFill/>
            <a:ln w="9525" cap="rnd">
              <a:solidFill>
                <a:schemeClr val="bg2">
                  <a:alpha val="25000"/>
                </a:schemeClr>
              </a:solidFill>
              <a:prstDash val="lgDash"/>
              <a:round/>
            </a:ln>
          </p:spPr>
          <p:txBody>
            <a:bodyPr rtlCol="0" anchor="ctr"/>
            <a:lstStyle/>
            <a:p>
              <a:endParaRPr lang="en-US"/>
            </a:p>
          </p:txBody>
        </p:sp>
        <p:sp>
          <p:nvSpPr>
            <p:cNvPr id="57" name="Freeform: Shape 56">
              <a:extLst>
                <a:ext uri="{FF2B5EF4-FFF2-40B4-BE49-F238E27FC236}">
                  <a16:creationId xmlns:a16="http://schemas.microsoft.com/office/drawing/2014/main" id="{088D87B2-D2A4-4577-89DC-7AF275C017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71982" y="2388008"/>
              <a:ext cx="2302192" cy="2952373"/>
            </a:xfrm>
            <a:custGeom>
              <a:avLst/>
              <a:gdLst>
                <a:gd name="connsiteX0" fmla="*/ 2302193 w 2302192"/>
                <a:gd name="connsiteY0" fmla="*/ 2952373 h 2952373"/>
                <a:gd name="connsiteX1" fmla="*/ 2022729 w 2302192"/>
                <a:gd name="connsiteY1" fmla="*/ 2442309 h 2952373"/>
                <a:gd name="connsiteX2" fmla="*/ 1834039 w 2302192"/>
                <a:gd name="connsiteY2" fmla="*/ 1937199 h 2952373"/>
                <a:gd name="connsiteX3" fmla="*/ 1789748 w 2302192"/>
                <a:gd name="connsiteY3" fmla="*/ 1609063 h 2952373"/>
                <a:gd name="connsiteX4" fmla="*/ 1870139 w 2302192"/>
                <a:gd name="connsiteY4" fmla="*/ 1183962 h 2952373"/>
                <a:gd name="connsiteX5" fmla="*/ 2021110 w 2302192"/>
                <a:gd name="connsiteY5" fmla="*/ 743621 h 2952373"/>
                <a:gd name="connsiteX6" fmla="*/ 2010061 w 2302192"/>
                <a:gd name="connsiteY6" fmla="*/ 342047 h 2952373"/>
                <a:gd name="connsiteX7" fmla="*/ 1867376 w 2302192"/>
                <a:gd name="connsiteY7" fmla="*/ 55440 h 2952373"/>
                <a:gd name="connsiteX8" fmla="*/ 1652683 w 2302192"/>
                <a:gd name="connsiteY8" fmla="*/ 2862 h 2952373"/>
                <a:gd name="connsiteX9" fmla="*/ 1295305 w 2302192"/>
                <a:gd name="connsiteY9" fmla="*/ 234129 h 2952373"/>
                <a:gd name="connsiteX10" fmla="*/ 812101 w 2302192"/>
                <a:gd name="connsiteY10" fmla="*/ 886401 h 2952373"/>
                <a:gd name="connsiteX11" fmla="*/ 668846 w 2302192"/>
                <a:gd name="connsiteY11" fmla="*/ 1126145 h 2952373"/>
                <a:gd name="connsiteX12" fmla="*/ 498443 w 2302192"/>
                <a:gd name="connsiteY12" fmla="*/ 1405799 h 2952373"/>
                <a:gd name="connsiteX13" fmla="*/ 355759 w 2302192"/>
                <a:gd name="connsiteY13" fmla="*/ 1634304 h 2952373"/>
                <a:gd name="connsiteX14" fmla="*/ 161449 w 2302192"/>
                <a:gd name="connsiteY14" fmla="*/ 1913576 h 2952373"/>
                <a:gd name="connsiteX15" fmla="*/ 0 w 2302192"/>
                <a:gd name="connsiteY15" fmla="*/ 2189802 h 295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02192" h="2952373">
                  <a:moveTo>
                    <a:pt x="2302193" y="2952373"/>
                  </a:moveTo>
                  <a:cubicBezTo>
                    <a:pt x="2141125" y="2809308"/>
                    <a:pt x="2070068" y="2504603"/>
                    <a:pt x="2022729" y="2442309"/>
                  </a:cubicBezTo>
                  <a:cubicBezTo>
                    <a:pt x="1884140" y="2259810"/>
                    <a:pt x="1887760" y="2160274"/>
                    <a:pt x="1834039" y="1937199"/>
                  </a:cubicBezTo>
                  <a:cubicBezTo>
                    <a:pt x="1808131" y="1829376"/>
                    <a:pt x="1789367" y="1719838"/>
                    <a:pt x="1789748" y="1609063"/>
                  </a:cubicBezTo>
                  <a:cubicBezTo>
                    <a:pt x="1790224" y="1464092"/>
                    <a:pt x="1822418" y="1321122"/>
                    <a:pt x="1870139" y="1183962"/>
                  </a:cubicBezTo>
                  <a:cubicBezTo>
                    <a:pt x="1921288" y="1036896"/>
                    <a:pt x="1991868" y="896307"/>
                    <a:pt x="2021110" y="743621"/>
                  </a:cubicBezTo>
                  <a:cubicBezTo>
                    <a:pt x="2046637" y="610842"/>
                    <a:pt x="2036921" y="474730"/>
                    <a:pt x="2010061" y="342047"/>
                  </a:cubicBezTo>
                  <a:cubicBezTo>
                    <a:pt x="1988058" y="233367"/>
                    <a:pt x="1954340" y="122210"/>
                    <a:pt x="1867376" y="55440"/>
                  </a:cubicBezTo>
                  <a:cubicBezTo>
                    <a:pt x="1806512" y="8767"/>
                    <a:pt x="1728883" y="-7140"/>
                    <a:pt x="1652683" y="2862"/>
                  </a:cubicBezTo>
                  <a:cubicBezTo>
                    <a:pt x="1508474" y="21816"/>
                    <a:pt x="1395984" y="127068"/>
                    <a:pt x="1295305" y="234129"/>
                  </a:cubicBezTo>
                  <a:cubicBezTo>
                    <a:pt x="1109377" y="431772"/>
                    <a:pt x="953453" y="654657"/>
                    <a:pt x="812101" y="886401"/>
                  </a:cubicBezTo>
                  <a:cubicBezTo>
                    <a:pt x="763619" y="965934"/>
                    <a:pt x="716566" y="1046230"/>
                    <a:pt x="668846" y="1126145"/>
                  </a:cubicBezTo>
                  <a:cubicBezTo>
                    <a:pt x="612839" y="1219871"/>
                    <a:pt x="555308" y="1312644"/>
                    <a:pt x="498443" y="1405799"/>
                  </a:cubicBezTo>
                  <a:cubicBezTo>
                    <a:pt x="451676" y="1482475"/>
                    <a:pt x="405289" y="1559342"/>
                    <a:pt x="355759" y="1634304"/>
                  </a:cubicBezTo>
                  <a:cubicBezTo>
                    <a:pt x="293275" y="1728887"/>
                    <a:pt x="225362" y="1819946"/>
                    <a:pt x="161449" y="1913576"/>
                  </a:cubicBezTo>
                  <a:cubicBezTo>
                    <a:pt x="86487" y="2023495"/>
                    <a:pt x="0" y="2189802"/>
                    <a:pt x="0" y="2189802"/>
                  </a:cubicBezTo>
                </a:path>
              </a:pathLst>
            </a:custGeom>
            <a:noFill/>
            <a:ln w="9525" cap="rnd">
              <a:solidFill>
                <a:schemeClr val="bg2">
                  <a:alpha val="25000"/>
                </a:schemeClr>
              </a:solidFill>
              <a:prstDash val="lgDash"/>
              <a:round/>
            </a:ln>
          </p:spPr>
          <p:txBody>
            <a:bodyPr rtlCol="0" anchor="ctr"/>
            <a:lstStyle/>
            <a:p>
              <a:endParaRPr lang="en-US"/>
            </a:p>
          </p:txBody>
        </p:sp>
        <p:grpSp>
          <p:nvGrpSpPr>
            <p:cNvPr id="58" name="Graphic 3">
              <a:extLst>
                <a:ext uri="{FF2B5EF4-FFF2-40B4-BE49-F238E27FC236}">
                  <a16:creationId xmlns:a16="http://schemas.microsoft.com/office/drawing/2014/main" id="{96F2112D-BBBE-46A6-B66D-A3F02ED3284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62362" y="1504950"/>
              <a:ext cx="1913000" cy="3816381"/>
              <a:chOff x="3662362" y="1504950"/>
              <a:chExt cx="1913000" cy="3816381"/>
            </a:xfrm>
            <a:noFill/>
          </p:grpSpPr>
          <p:sp>
            <p:nvSpPr>
              <p:cNvPr id="69" name="Freeform: Shape 68">
                <a:extLst>
                  <a:ext uri="{FF2B5EF4-FFF2-40B4-BE49-F238E27FC236}">
                    <a16:creationId xmlns:a16="http://schemas.microsoft.com/office/drawing/2014/main" id="{ACCB55F8-F950-431F-9B90-688950D9F3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62362" y="1504950"/>
                <a:ext cx="9525" cy="9525"/>
              </a:xfrm>
              <a:custGeom>
                <a:avLst/>
                <a:gdLst/>
                <a:ahLst/>
                <a:cxnLst/>
                <a:rect l="l" t="t" r="r" b="b"/>
                <a:pathLst>
                  <a:path w="9525" h="9525"/>
                </a:pathLst>
              </a:custGeom>
              <a:noFill/>
              <a:ln w="9525" cap="rnd">
                <a:solidFill>
                  <a:schemeClr val="bg2">
                    <a:alpha val="25000"/>
                  </a:schemeClr>
                </a:solidFill>
                <a:prstDash val="lgDash"/>
                <a:round/>
              </a:ln>
            </p:spPr>
            <p:txBody>
              <a:bodyPr rtlCol="0" anchor="ctr"/>
              <a:lstStyle/>
              <a:p>
                <a:endParaRPr lang="en-US"/>
              </a:p>
            </p:txBody>
          </p:sp>
          <p:sp>
            <p:nvSpPr>
              <p:cNvPr id="70" name="Freeform: Shape 69">
                <a:extLst>
                  <a:ext uri="{FF2B5EF4-FFF2-40B4-BE49-F238E27FC236}">
                    <a16:creationId xmlns:a16="http://schemas.microsoft.com/office/drawing/2014/main" id="{27D0AA11-2E4E-479C-B953-547285E724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62362" y="1504950"/>
                <a:ext cx="9525" cy="9525"/>
              </a:xfrm>
              <a:custGeom>
                <a:avLst/>
                <a:gdLst/>
                <a:ahLst/>
                <a:cxnLst/>
                <a:rect l="l" t="t" r="r" b="b"/>
                <a:pathLst>
                  <a:path w="9525" h="9525"/>
                </a:pathLst>
              </a:custGeom>
              <a:noFill/>
              <a:ln w="9525" cap="rnd">
                <a:solidFill>
                  <a:schemeClr val="bg2">
                    <a:alpha val="25000"/>
                  </a:schemeClr>
                </a:solidFill>
                <a:prstDash val="lgDash"/>
                <a:round/>
              </a:ln>
            </p:spPr>
            <p:txBody>
              <a:bodyPr rtlCol="0" anchor="ctr"/>
              <a:lstStyle/>
              <a:p>
                <a:endParaRPr lang="en-US"/>
              </a:p>
            </p:txBody>
          </p:sp>
          <p:sp>
            <p:nvSpPr>
              <p:cNvPr id="71" name="Freeform: Shape 70">
                <a:extLst>
                  <a:ext uri="{FF2B5EF4-FFF2-40B4-BE49-F238E27FC236}">
                    <a16:creationId xmlns:a16="http://schemas.microsoft.com/office/drawing/2014/main" id="{90D86C66-EDF0-4ABB-87F4-A2882A2E02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71791" y="3466048"/>
                <a:ext cx="1604295" cy="1847472"/>
              </a:xfrm>
              <a:custGeom>
                <a:avLst/>
                <a:gdLst>
                  <a:gd name="connsiteX0" fmla="*/ 1604296 w 1604295"/>
                  <a:gd name="connsiteY0" fmla="*/ 1847472 h 1847472"/>
                  <a:gd name="connsiteX1" fmla="*/ 1517809 w 1604295"/>
                  <a:gd name="connsiteY1" fmla="*/ 1544292 h 1847472"/>
                  <a:gd name="connsiteX2" fmla="*/ 1394841 w 1604295"/>
                  <a:gd name="connsiteY2" fmla="*/ 1183771 h 1847472"/>
                  <a:gd name="connsiteX3" fmla="*/ 1318355 w 1604295"/>
                  <a:gd name="connsiteY3" fmla="*/ 695233 h 1847472"/>
                  <a:gd name="connsiteX4" fmla="*/ 1359884 w 1604295"/>
                  <a:gd name="connsiteY4" fmla="*/ 397863 h 1847472"/>
                  <a:gd name="connsiteX5" fmla="*/ 1359884 w 1604295"/>
                  <a:gd name="connsiteY5" fmla="*/ 236700 h 1847472"/>
                  <a:gd name="connsiteX6" fmla="*/ 1351598 w 1604295"/>
                  <a:gd name="connsiteY6" fmla="*/ 67250 h 1847472"/>
                  <a:gd name="connsiteX7" fmla="*/ 1316641 w 1604295"/>
                  <a:gd name="connsiteY7" fmla="*/ 10767 h 1847472"/>
                  <a:gd name="connsiteX8" fmla="*/ 1195292 w 1604295"/>
                  <a:gd name="connsiteY8" fmla="*/ 34008 h 1847472"/>
                  <a:gd name="connsiteX9" fmla="*/ 1005745 w 1604295"/>
                  <a:gd name="connsiteY9" fmla="*/ 254988 h 1847472"/>
                  <a:gd name="connsiteX10" fmla="*/ 763048 w 1604295"/>
                  <a:gd name="connsiteY10" fmla="*/ 587315 h 1847472"/>
                  <a:gd name="connsiteX11" fmla="*/ 548640 w 1604295"/>
                  <a:gd name="connsiteY11" fmla="*/ 861444 h 1847472"/>
                  <a:gd name="connsiteX12" fmla="*/ 328803 w 1604295"/>
                  <a:gd name="connsiteY12" fmla="*/ 1145480 h 1847472"/>
                  <a:gd name="connsiteX13" fmla="*/ 0 w 1604295"/>
                  <a:gd name="connsiteY13" fmla="*/ 1607157 h 1847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04295" h="1847472">
                    <a:moveTo>
                      <a:pt x="1604296" y="1847472"/>
                    </a:moveTo>
                    <a:cubicBezTo>
                      <a:pt x="1573721" y="1753270"/>
                      <a:pt x="1548479" y="1638399"/>
                      <a:pt x="1517809" y="1544292"/>
                    </a:cubicBezTo>
                    <a:cubicBezTo>
                      <a:pt x="1478471" y="1423515"/>
                      <a:pt x="1432846" y="1304929"/>
                      <a:pt x="1394841" y="1183771"/>
                    </a:cubicBezTo>
                    <a:cubicBezTo>
                      <a:pt x="1345025" y="1024893"/>
                      <a:pt x="1305497" y="860778"/>
                      <a:pt x="1318355" y="695233"/>
                    </a:cubicBezTo>
                    <a:cubicBezTo>
                      <a:pt x="1326071" y="595316"/>
                      <a:pt x="1353312" y="497780"/>
                      <a:pt x="1359884" y="397863"/>
                    </a:cubicBezTo>
                    <a:cubicBezTo>
                      <a:pt x="1363409" y="344237"/>
                      <a:pt x="1359503" y="290421"/>
                      <a:pt x="1359884" y="236700"/>
                    </a:cubicBezTo>
                    <a:cubicBezTo>
                      <a:pt x="1360265" y="179740"/>
                      <a:pt x="1366076" y="122114"/>
                      <a:pt x="1351598" y="67250"/>
                    </a:cubicBezTo>
                    <a:cubicBezTo>
                      <a:pt x="1345692" y="44866"/>
                      <a:pt x="1335691" y="23530"/>
                      <a:pt x="1316641" y="10767"/>
                    </a:cubicBezTo>
                    <a:cubicBezTo>
                      <a:pt x="1279874" y="-13998"/>
                      <a:pt x="1233202" y="8290"/>
                      <a:pt x="1195292" y="34008"/>
                    </a:cubicBezTo>
                    <a:cubicBezTo>
                      <a:pt x="1114330" y="89062"/>
                      <a:pt x="1060990" y="173644"/>
                      <a:pt x="1005745" y="254988"/>
                    </a:cubicBezTo>
                    <a:cubicBezTo>
                      <a:pt x="928688" y="368526"/>
                      <a:pt x="847058" y="478825"/>
                      <a:pt x="763048" y="587315"/>
                    </a:cubicBezTo>
                    <a:cubicBezTo>
                      <a:pt x="691991" y="679041"/>
                      <a:pt x="621697" y="771338"/>
                      <a:pt x="548640" y="861444"/>
                    </a:cubicBezTo>
                    <a:cubicBezTo>
                      <a:pt x="425672" y="1012987"/>
                      <a:pt x="453866" y="995747"/>
                      <a:pt x="328803" y="1145480"/>
                    </a:cubicBezTo>
                    <a:cubicBezTo>
                      <a:pt x="294418" y="1186628"/>
                      <a:pt x="21146" y="1558103"/>
                      <a:pt x="0" y="1607157"/>
                    </a:cubicBezTo>
                  </a:path>
                </a:pathLst>
              </a:custGeom>
              <a:noFill/>
              <a:ln w="9525" cap="rnd">
                <a:solidFill>
                  <a:schemeClr val="bg2">
                    <a:alpha val="25000"/>
                  </a:schemeClr>
                </a:solidFill>
                <a:prstDash val="lgDash"/>
                <a:round/>
              </a:ln>
            </p:spPr>
            <p:txBody>
              <a:bodyPr rtlCol="0" anchor="ctr"/>
              <a:lstStyle/>
              <a:p>
                <a:endParaRPr lang="en-US"/>
              </a:p>
            </p:txBody>
          </p:sp>
          <p:sp>
            <p:nvSpPr>
              <p:cNvPr id="72" name="Freeform: Shape 71">
                <a:extLst>
                  <a:ext uri="{FF2B5EF4-FFF2-40B4-BE49-F238E27FC236}">
                    <a16:creationId xmlns:a16="http://schemas.microsoft.com/office/drawing/2014/main" id="{D026082B-E695-4987-8C03-332366C6C9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507" y="3153822"/>
                <a:ext cx="1223105" cy="1676495"/>
              </a:xfrm>
              <a:custGeom>
                <a:avLst/>
                <a:gdLst>
                  <a:gd name="connsiteX0" fmla="*/ 1223105 w 1223105"/>
                  <a:gd name="connsiteY0" fmla="*/ 0 h 1676495"/>
                  <a:gd name="connsiteX1" fmla="*/ 1000792 w 1223105"/>
                  <a:gd name="connsiteY1" fmla="*/ 254794 h 1676495"/>
                  <a:gd name="connsiteX2" fmla="*/ 744760 w 1223105"/>
                  <a:gd name="connsiteY2" fmla="*/ 651891 h 1676495"/>
                  <a:gd name="connsiteX3" fmla="*/ 345758 w 1223105"/>
                  <a:gd name="connsiteY3" fmla="*/ 1231773 h 1676495"/>
                  <a:gd name="connsiteX4" fmla="*/ 0 w 1223105"/>
                  <a:gd name="connsiteY4" fmla="*/ 1676495 h 16764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105" h="1676495">
                    <a:moveTo>
                      <a:pt x="1223105" y="0"/>
                    </a:moveTo>
                    <a:cubicBezTo>
                      <a:pt x="1136523" y="72771"/>
                      <a:pt x="1066324" y="162401"/>
                      <a:pt x="1000792" y="254794"/>
                    </a:cubicBezTo>
                    <a:cubicBezTo>
                      <a:pt x="909733" y="383286"/>
                      <a:pt x="827723" y="517970"/>
                      <a:pt x="744760" y="651891"/>
                    </a:cubicBezTo>
                    <a:cubicBezTo>
                      <a:pt x="621030" y="851726"/>
                      <a:pt x="497777" y="1052608"/>
                      <a:pt x="345758" y="1231773"/>
                    </a:cubicBezTo>
                    <a:cubicBezTo>
                      <a:pt x="248888" y="1345978"/>
                      <a:pt x="61722" y="1540764"/>
                      <a:pt x="0" y="1676495"/>
                    </a:cubicBezTo>
                  </a:path>
                </a:pathLst>
              </a:custGeom>
              <a:noFill/>
              <a:ln w="9525" cap="rnd">
                <a:solidFill>
                  <a:schemeClr val="bg2">
                    <a:alpha val="25000"/>
                  </a:schemeClr>
                </a:solidFill>
                <a:prstDash val="lgDash"/>
                <a:round/>
              </a:ln>
            </p:spPr>
            <p:txBody>
              <a:bodyPr rtlCol="0" anchor="ctr"/>
              <a:lstStyle/>
              <a:p>
                <a:endParaRPr lang="en-US"/>
              </a:p>
            </p:txBody>
          </p:sp>
          <p:sp>
            <p:nvSpPr>
              <p:cNvPr id="73" name="Freeform: Shape 72">
                <a:extLst>
                  <a:ext uri="{FF2B5EF4-FFF2-40B4-BE49-F238E27FC236}">
                    <a16:creationId xmlns:a16="http://schemas.microsoft.com/office/drawing/2014/main" id="{461A8835-D9FC-4CAB-AF19-A5513B17BA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6517" y="3097027"/>
                <a:ext cx="668845" cy="2224304"/>
              </a:xfrm>
              <a:custGeom>
                <a:avLst/>
                <a:gdLst>
                  <a:gd name="connsiteX0" fmla="*/ 668846 w 668845"/>
                  <a:gd name="connsiteY0" fmla="*/ 2224305 h 2224304"/>
                  <a:gd name="connsiteX1" fmla="*/ 486918 w 668845"/>
                  <a:gd name="connsiteY1" fmla="*/ 1944365 h 2224304"/>
                  <a:gd name="connsiteX2" fmla="*/ 376809 w 668845"/>
                  <a:gd name="connsiteY2" fmla="*/ 1659663 h 2224304"/>
                  <a:gd name="connsiteX3" fmla="*/ 319373 w 668845"/>
                  <a:gd name="connsiteY3" fmla="*/ 1425157 h 2224304"/>
                  <a:gd name="connsiteX4" fmla="*/ 264319 w 668845"/>
                  <a:gd name="connsiteY4" fmla="*/ 1130834 h 2224304"/>
                  <a:gd name="connsiteX5" fmla="*/ 278702 w 668845"/>
                  <a:gd name="connsiteY5" fmla="*/ 882041 h 2224304"/>
                  <a:gd name="connsiteX6" fmla="*/ 302609 w 668845"/>
                  <a:gd name="connsiteY6" fmla="*/ 736118 h 2224304"/>
                  <a:gd name="connsiteX7" fmla="*/ 360045 w 668845"/>
                  <a:gd name="connsiteY7" fmla="*/ 444177 h 2224304"/>
                  <a:gd name="connsiteX8" fmla="*/ 386334 w 668845"/>
                  <a:gd name="connsiteY8" fmla="*/ 233675 h 2224304"/>
                  <a:gd name="connsiteX9" fmla="*/ 0 w 668845"/>
                  <a:gd name="connsiteY9" fmla="*/ 56795 h 222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8845" h="2224304">
                    <a:moveTo>
                      <a:pt x="668846" y="2224305"/>
                    </a:moveTo>
                    <a:cubicBezTo>
                      <a:pt x="599218" y="2137151"/>
                      <a:pt x="537210" y="2043996"/>
                      <a:pt x="486918" y="1944365"/>
                    </a:cubicBezTo>
                    <a:cubicBezTo>
                      <a:pt x="441008" y="1853306"/>
                      <a:pt x="404717" y="1757770"/>
                      <a:pt x="376809" y="1659663"/>
                    </a:cubicBezTo>
                    <a:cubicBezTo>
                      <a:pt x="354806" y="1582224"/>
                      <a:pt x="337757" y="1503548"/>
                      <a:pt x="319373" y="1425157"/>
                    </a:cubicBezTo>
                    <a:cubicBezTo>
                      <a:pt x="296418" y="1327811"/>
                      <a:pt x="270510" y="1230657"/>
                      <a:pt x="264319" y="1130834"/>
                    </a:cubicBezTo>
                    <a:cubicBezTo>
                      <a:pt x="259080" y="1047681"/>
                      <a:pt x="266891" y="964528"/>
                      <a:pt x="278702" y="882041"/>
                    </a:cubicBezTo>
                    <a:cubicBezTo>
                      <a:pt x="285655" y="833274"/>
                      <a:pt x="293751" y="784601"/>
                      <a:pt x="302609" y="736118"/>
                    </a:cubicBezTo>
                    <a:cubicBezTo>
                      <a:pt x="320516" y="638582"/>
                      <a:pt x="339471" y="541237"/>
                      <a:pt x="360045" y="444177"/>
                    </a:cubicBezTo>
                    <a:cubicBezTo>
                      <a:pt x="374809" y="374549"/>
                      <a:pt x="389763" y="304541"/>
                      <a:pt x="386334" y="233675"/>
                    </a:cubicBezTo>
                    <a:cubicBezTo>
                      <a:pt x="383191" y="168809"/>
                      <a:pt x="391287" y="-120751"/>
                      <a:pt x="0" y="56795"/>
                    </a:cubicBezTo>
                  </a:path>
                </a:pathLst>
              </a:custGeom>
              <a:noFill/>
              <a:ln w="9525" cap="rnd">
                <a:solidFill>
                  <a:schemeClr val="bg2">
                    <a:alpha val="25000"/>
                  </a:schemeClr>
                </a:solidFill>
                <a:prstDash val="lgDash"/>
                <a:round/>
              </a:ln>
            </p:spPr>
            <p:txBody>
              <a:bodyPr rtlCol="0" anchor="ctr"/>
              <a:lstStyle/>
              <a:p>
                <a:endParaRPr lang="en-US"/>
              </a:p>
            </p:txBody>
          </p:sp>
        </p:grpSp>
        <p:sp>
          <p:nvSpPr>
            <p:cNvPr id="59" name="Freeform: Shape 58">
              <a:extLst>
                <a:ext uri="{FF2B5EF4-FFF2-40B4-BE49-F238E27FC236}">
                  <a16:creationId xmlns:a16="http://schemas.microsoft.com/office/drawing/2014/main" id="{54E6BA76-9515-415F-BAC9-76958DA6EB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39145" y="4663452"/>
              <a:ext cx="1103852" cy="657879"/>
            </a:xfrm>
            <a:custGeom>
              <a:avLst/>
              <a:gdLst>
                <a:gd name="connsiteX0" fmla="*/ 1103852 w 1103852"/>
                <a:gd name="connsiteY0" fmla="*/ 657879 h 657879"/>
                <a:gd name="connsiteX1" fmla="*/ 883063 w 1103852"/>
                <a:gd name="connsiteY1" fmla="*/ 177724 h 657879"/>
                <a:gd name="connsiteX2" fmla="*/ 678085 w 1103852"/>
                <a:gd name="connsiteY2" fmla="*/ 17132 h 657879"/>
                <a:gd name="connsiteX3" fmla="*/ 461962 w 1103852"/>
                <a:gd name="connsiteY3" fmla="*/ 17132 h 657879"/>
                <a:gd name="connsiteX4" fmla="*/ 136398 w 1103852"/>
                <a:gd name="connsiteY4" fmla="*/ 267735 h 657879"/>
                <a:gd name="connsiteX5" fmla="*/ 0 w 1103852"/>
                <a:gd name="connsiteY5" fmla="*/ 650830 h 657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3852" h="657879">
                  <a:moveTo>
                    <a:pt x="1103852" y="657879"/>
                  </a:moveTo>
                  <a:cubicBezTo>
                    <a:pt x="1071563" y="576250"/>
                    <a:pt x="937546" y="246494"/>
                    <a:pt x="883063" y="177724"/>
                  </a:cubicBezTo>
                  <a:cubicBezTo>
                    <a:pt x="828104" y="108382"/>
                    <a:pt x="761238" y="46279"/>
                    <a:pt x="678085" y="17132"/>
                  </a:cubicBezTo>
                  <a:cubicBezTo>
                    <a:pt x="608171" y="-7347"/>
                    <a:pt x="533210" y="-4013"/>
                    <a:pt x="461962" y="17132"/>
                  </a:cubicBezTo>
                  <a:cubicBezTo>
                    <a:pt x="326898" y="57137"/>
                    <a:pt x="214027" y="150101"/>
                    <a:pt x="136398" y="267735"/>
                  </a:cubicBezTo>
                  <a:cubicBezTo>
                    <a:pt x="86773" y="343078"/>
                    <a:pt x="16764" y="562153"/>
                    <a:pt x="0" y="650830"/>
                  </a:cubicBezTo>
                </a:path>
              </a:pathLst>
            </a:custGeom>
            <a:noFill/>
            <a:ln w="9525" cap="rnd">
              <a:solidFill>
                <a:schemeClr val="bg2">
                  <a:alpha val="25000"/>
                </a:schemeClr>
              </a:solidFill>
              <a:prstDash val="lgDash"/>
              <a:round/>
            </a:ln>
          </p:spPr>
          <p:txBody>
            <a:bodyPr rtlCol="0" anchor="ctr"/>
            <a:lstStyle/>
            <a:p>
              <a:endParaRPr lang="en-US"/>
            </a:p>
          </p:txBody>
        </p:sp>
        <p:sp>
          <p:nvSpPr>
            <p:cNvPr id="60" name="Freeform: Shape 59">
              <a:extLst>
                <a:ext uri="{FF2B5EF4-FFF2-40B4-BE49-F238E27FC236}">
                  <a16:creationId xmlns:a16="http://schemas.microsoft.com/office/drawing/2014/main" id="{4C120B3D-CF1C-49AE-B5B4-6BF589737A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71887" y="1521047"/>
              <a:ext cx="1271168" cy="2861881"/>
            </a:xfrm>
            <a:custGeom>
              <a:avLst/>
              <a:gdLst>
                <a:gd name="connsiteX0" fmla="*/ 0 w 1271168"/>
                <a:gd name="connsiteY0" fmla="*/ 2861882 h 2861881"/>
                <a:gd name="connsiteX1" fmla="*/ 115157 w 1271168"/>
                <a:gd name="connsiteY1" fmla="*/ 2685002 h 2861881"/>
                <a:gd name="connsiteX2" fmla="*/ 277178 w 1271168"/>
                <a:gd name="connsiteY2" fmla="*/ 2461070 h 2861881"/>
                <a:gd name="connsiteX3" fmla="*/ 421958 w 1271168"/>
                <a:gd name="connsiteY3" fmla="*/ 2209514 h 2861881"/>
                <a:gd name="connsiteX4" fmla="*/ 690848 w 1271168"/>
                <a:gd name="connsiteY4" fmla="*/ 1751267 h 2861881"/>
                <a:gd name="connsiteX5" fmla="*/ 830580 w 1271168"/>
                <a:gd name="connsiteY5" fmla="*/ 1451039 h 2861881"/>
                <a:gd name="connsiteX6" fmla="*/ 917067 w 1271168"/>
                <a:gd name="connsiteY6" fmla="*/ 1276541 h 2861881"/>
                <a:gd name="connsiteX7" fmla="*/ 1114901 w 1271168"/>
                <a:gd name="connsiteY7" fmla="*/ 965835 h 2861881"/>
                <a:gd name="connsiteX8" fmla="*/ 1204627 w 1271168"/>
                <a:gd name="connsiteY8" fmla="*/ 819626 h 2861881"/>
                <a:gd name="connsiteX9" fmla="*/ 1271111 w 1271168"/>
                <a:gd name="connsiteY9" fmla="*/ 585311 h 2861881"/>
                <a:gd name="connsiteX10" fmla="*/ 1128141 w 1271168"/>
                <a:gd name="connsiteY10" fmla="*/ 292894 h 2861881"/>
                <a:gd name="connsiteX11" fmla="*/ 882110 w 1271168"/>
                <a:gd name="connsiteY11" fmla="*/ 135065 h 2861881"/>
                <a:gd name="connsiteX12" fmla="*/ 574929 w 1271168"/>
                <a:gd name="connsiteY12" fmla="*/ 0 h 2861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1168" h="2861881">
                  <a:moveTo>
                    <a:pt x="0" y="2861882"/>
                  </a:moveTo>
                  <a:cubicBezTo>
                    <a:pt x="0" y="2861882"/>
                    <a:pt x="67151" y="2751201"/>
                    <a:pt x="115157" y="2685002"/>
                  </a:cubicBezTo>
                  <a:cubicBezTo>
                    <a:pt x="169259" y="2610326"/>
                    <a:pt x="226981" y="2538317"/>
                    <a:pt x="277178" y="2461070"/>
                  </a:cubicBezTo>
                  <a:cubicBezTo>
                    <a:pt x="329946" y="2379917"/>
                    <a:pt x="374142" y="2293715"/>
                    <a:pt x="421958" y="2209514"/>
                  </a:cubicBezTo>
                  <a:cubicBezTo>
                    <a:pt x="509492" y="2055495"/>
                    <a:pt x="609695" y="1908715"/>
                    <a:pt x="690848" y="1751267"/>
                  </a:cubicBezTo>
                  <a:cubicBezTo>
                    <a:pt x="741426" y="1653159"/>
                    <a:pt x="784670" y="1551432"/>
                    <a:pt x="830580" y="1451039"/>
                  </a:cubicBezTo>
                  <a:cubicBezTo>
                    <a:pt x="857631" y="1391984"/>
                    <a:pt x="885635" y="1333405"/>
                    <a:pt x="917067" y="1276541"/>
                  </a:cubicBezTo>
                  <a:cubicBezTo>
                    <a:pt x="976408" y="1169003"/>
                    <a:pt x="1046417" y="1067848"/>
                    <a:pt x="1114901" y="965835"/>
                  </a:cubicBezTo>
                  <a:cubicBezTo>
                    <a:pt x="1146810" y="918305"/>
                    <a:pt x="1177671" y="870109"/>
                    <a:pt x="1204627" y="819626"/>
                  </a:cubicBezTo>
                  <a:cubicBezTo>
                    <a:pt x="1243679" y="746665"/>
                    <a:pt x="1272635" y="667703"/>
                    <a:pt x="1271111" y="585311"/>
                  </a:cubicBezTo>
                  <a:cubicBezTo>
                    <a:pt x="1269111" y="473012"/>
                    <a:pt x="1209485" y="371284"/>
                    <a:pt x="1128141" y="292894"/>
                  </a:cubicBezTo>
                  <a:cubicBezTo>
                    <a:pt x="1057561" y="224790"/>
                    <a:pt x="971836" y="175260"/>
                    <a:pt x="882110" y="135065"/>
                  </a:cubicBezTo>
                  <a:cubicBezTo>
                    <a:pt x="779907" y="89249"/>
                    <a:pt x="672560" y="54673"/>
                    <a:pt x="574929" y="0"/>
                  </a:cubicBezTo>
                </a:path>
              </a:pathLst>
            </a:custGeom>
            <a:noFill/>
            <a:ln w="9525" cap="rnd">
              <a:solidFill>
                <a:schemeClr val="bg2">
                  <a:alpha val="25000"/>
                </a:schemeClr>
              </a:solidFill>
              <a:prstDash val="lgDash"/>
              <a:round/>
            </a:ln>
          </p:spPr>
          <p:txBody>
            <a:bodyPr rtlCol="0" anchor="ctr"/>
            <a:lstStyle/>
            <a:p>
              <a:endParaRPr lang="en-US"/>
            </a:p>
          </p:txBody>
        </p:sp>
        <p:sp>
          <p:nvSpPr>
            <p:cNvPr id="61" name="Freeform: Shape 60">
              <a:extLst>
                <a:ext uri="{FF2B5EF4-FFF2-40B4-BE49-F238E27FC236}">
                  <a16:creationId xmlns:a16="http://schemas.microsoft.com/office/drawing/2014/main" id="{5F7B6392-DF04-4EF6-A433-4A7A757D65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71887" y="1536477"/>
              <a:ext cx="919096" cy="2636139"/>
            </a:xfrm>
            <a:custGeom>
              <a:avLst/>
              <a:gdLst>
                <a:gd name="connsiteX0" fmla="*/ 0 w 919096"/>
                <a:gd name="connsiteY0" fmla="*/ 2636139 h 2636139"/>
                <a:gd name="connsiteX1" fmla="*/ 274415 w 919096"/>
                <a:gd name="connsiteY1" fmla="*/ 2218277 h 2636139"/>
                <a:gd name="connsiteX2" fmla="*/ 607981 w 919096"/>
                <a:gd name="connsiteY2" fmla="*/ 1655921 h 2636139"/>
                <a:gd name="connsiteX3" fmla="*/ 792290 w 919096"/>
                <a:gd name="connsiteY3" fmla="*/ 1163003 h 2636139"/>
                <a:gd name="connsiteX4" fmla="*/ 914400 w 919096"/>
                <a:gd name="connsiteY4" fmla="*/ 808863 h 2636139"/>
                <a:gd name="connsiteX5" fmla="*/ 847344 w 919096"/>
                <a:gd name="connsiteY5" fmla="*/ 516922 h 2636139"/>
                <a:gd name="connsiteX6" fmla="*/ 610362 w 919096"/>
                <a:gd name="connsiteY6" fmla="*/ 366141 h 2636139"/>
                <a:gd name="connsiteX7" fmla="*/ 361379 w 919096"/>
                <a:gd name="connsiteY7" fmla="*/ 222599 h 2636139"/>
                <a:gd name="connsiteX8" fmla="*/ 67056 w 919096"/>
                <a:gd name="connsiteY8" fmla="*/ 0 h 263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9096" h="2636139">
                  <a:moveTo>
                    <a:pt x="0" y="2636139"/>
                  </a:moveTo>
                  <a:cubicBezTo>
                    <a:pt x="0" y="2636139"/>
                    <a:pt x="162020" y="2392394"/>
                    <a:pt x="274415" y="2218277"/>
                  </a:cubicBezTo>
                  <a:cubicBezTo>
                    <a:pt x="392906" y="2034730"/>
                    <a:pt x="518732" y="1854994"/>
                    <a:pt x="607981" y="1655921"/>
                  </a:cubicBezTo>
                  <a:cubicBezTo>
                    <a:pt x="679799" y="1495806"/>
                    <a:pt x="726091" y="1325594"/>
                    <a:pt x="792290" y="1163003"/>
                  </a:cubicBezTo>
                  <a:cubicBezTo>
                    <a:pt x="839724" y="1046607"/>
                    <a:pt x="897922" y="933164"/>
                    <a:pt x="914400" y="808863"/>
                  </a:cubicBezTo>
                  <a:cubicBezTo>
                    <a:pt x="928116" y="705326"/>
                    <a:pt x="913543" y="596932"/>
                    <a:pt x="847344" y="516922"/>
                  </a:cubicBezTo>
                  <a:cubicBezTo>
                    <a:pt x="786956" y="444056"/>
                    <a:pt x="696087" y="407956"/>
                    <a:pt x="610362" y="366141"/>
                  </a:cubicBezTo>
                  <a:cubicBezTo>
                    <a:pt x="524161" y="324136"/>
                    <a:pt x="442722" y="273272"/>
                    <a:pt x="361379" y="222599"/>
                  </a:cubicBezTo>
                  <a:cubicBezTo>
                    <a:pt x="245459" y="150400"/>
                    <a:pt x="126968" y="121348"/>
                    <a:pt x="67056" y="0"/>
                  </a:cubicBezTo>
                </a:path>
              </a:pathLst>
            </a:custGeom>
            <a:noFill/>
            <a:ln w="9525" cap="rnd">
              <a:solidFill>
                <a:schemeClr val="bg2">
                  <a:alpha val="25000"/>
                </a:schemeClr>
              </a:solidFill>
              <a:prstDash val="lgDash"/>
              <a:round/>
            </a:ln>
          </p:spPr>
          <p:txBody>
            <a:bodyPr rtlCol="0" anchor="ctr"/>
            <a:lstStyle/>
            <a:p>
              <a:endParaRPr lang="en-US"/>
            </a:p>
          </p:txBody>
        </p:sp>
        <p:sp>
          <p:nvSpPr>
            <p:cNvPr id="62" name="Freeform: Shape 61">
              <a:extLst>
                <a:ext uri="{FF2B5EF4-FFF2-40B4-BE49-F238E27FC236}">
                  <a16:creationId xmlns:a16="http://schemas.microsoft.com/office/drawing/2014/main" id="{CFB987BC-4338-4C63-8DB9-5CB9DC4890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71887" y="1717738"/>
              <a:ext cx="625711" cy="2292381"/>
            </a:xfrm>
            <a:custGeom>
              <a:avLst/>
              <a:gdLst>
                <a:gd name="connsiteX0" fmla="*/ 0 w 625711"/>
                <a:gd name="connsiteY0" fmla="*/ 2292382 h 2292381"/>
                <a:gd name="connsiteX1" fmla="*/ 181070 w 625711"/>
                <a:gd name="connsiteY1" fmla="*/ 2019967 h 2292381"/>
                <a:gd name="connsiteX2" fmla="*/ 385000 w 625711"/>
                <a:gd name="connsiteY2" fmla="*/ 1640967 h 2292381"/>
                <a:gd name="connsiteX3" fmla="*/ 514255 w 625711"/>
                <a:gd name="connsiteY3" fmla="*/ 1376839 h 2292381"/>
                <a:gd name="connsiteX4" fmla="*/ 606171 w 625711"/>
                <a:gd name="connsiteY4" fmla="*/ 1015079 h 2292381"/>
                <a:gd name="connsiteX5" fmla="*/ 606171 w 625711"/>
                <a:gd name="connsiteY5" fmla="*/ 673418 h 2292381"/>
                <a:gd name="connsiteX6" fmla="*/ 485489 w 625711"/>
                <a:gd name="connsiteY6" fmla="*/ 475297 h 2292381"/>
                <a:gd name="connsiteX7" fmla="*/ 313182 w 625711"/>
                <a:gd name="connsiteY7" fmla="*/ 328898 h 2292381"/>
                <a:gd name="connsiteX8" fmla="*/ 173831 w 625711"/>
                <a:gd name="connsiteY8" fmla="*/ 189643 h 2292381"/>
                <a:gd name="connsiteX9" fmla="*/ 0 w 625711"/>
                <a:gd name="connsiteY9" fmla="*/ 0 h 2292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5711" h="2292381">
                  <a:moveTo>
                    <a:pt x="0" y="2292382"/>
                  </a:moveTo>
                  <a:cubicBezTo>
                    <a:pt x="0" y="2292382"/>
                    <a:pt x="110776" y="2140363"/>
                    <a:pt x="181070" y="2019967"/>
                  </a:cubicBezTo>
                  <a:cubicBezTo>
                    <a:pt x="253460" y="1896047"/>
                    <a:pt x="318325" y="1768031"/>
                    <a:pt x="385000" y="1640967"/>
                  </a:cubicBezTo>
                  <a:cubicBezTo>
                    <a:pt x="430625" y="1554099"/>
                    <a:pt x="478536" y="1468184"/>
                    <a:pt x="514255" y="1376839"/>
                  </a:cubicBezTo>
                  <a:cubicBezTo>
                    <a:pt x="559689" y="1260634"/>
                    <a:pt x="585788" y="1138333"/>
                    <a:pt x="606171" y="1015079"/>
                  </a:cubicBezTo>
                  <a:cubicBezTo>
                    <a:pt x="625031" y="900779"/>
                    <a:pt x="638556" y="784003"/>
                    <a:pt x="606171" y="673418"/>
                  </a:cubicBezTo>
                  <a:cubicBezTo>
                    <a:pt x="584168" y="598075"/>
                    <a:pt x="540258" y="531590"/>
                    <a:pt x="485489" y="475297"/>
                  </a:cubicBezTo>
                  <a:cubicBezTo>
                    <a:pt x="432911" y="421195"/>
                    <a:pt x="369475" y="379095"/>
                    <a:pt x="313182" y="328898"/>
                  </a:cubicBezTo>
                  <a:cubicBezTo>
                    <a:pt x="264128" y="285179"/>
                    <a:pt x="219361" y="237077"/>
                    <a:pt x="173831" y="189643"/>
                  </a:cubicBezTo>
                  <a:cubicBezTo>
                    <a:pt x="109347" y="122111"/>
                    <a:pt x="0" y="0"/>
                    <a:pt x="0" y="0"/>
                  </a:cubicBezTo>
                </a:path>
              </a:pathLst>
            </a:custGeom>
            <a:noFill/>
            <a:ln w="9525" cap="rnd">
              <a:solidFill>
                <a:schemeClr val="bg2">
                  <a:alpha val="25000"/>
                </a:schemeClr>
              </a:solidFill>
              <a:prstDash val="lgDash"/>
              <a:round/>
            </a:ln>
          </p:spPr>
          <p:txBody>
            <a:bodyPr rtlCol="0" anchor="ctr"/>
            <a:lstStyle/>
            <a:p>
              <a:endParaRPr lang="en-US"/>
            </a:p>
          </p:txBody>
        </p:sp>
        <p:sp>
          <p:nvSpPr>
            <p:cNvPr id="63" name="Freeform: Shape 62">
              <a:extLst>
                <a:ext uri="{FF2B5EF4-FFF2-40B4-BE49-F238E27FC236}">
                  <a16:creationId xmlns:a16="http://schemas.microsoft.com/office/drawing/2014/main" id="{F0B5029E-655F-4CB5-BCA2-B62400CE76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71887" y="1951196"/>
              <a:ext cx="421548" cy="1865756"/>
            </a:xfrm>
            <a:custGeom>
              <a:avLst/>
              <a:gdLst>
                <a:gd name="connsiteX0" fmla="*/ 0 w 421548"/>
                <a:gd name="connsiteY0" fmla="*/ 0 h 1865756"/>
                <a:gd name="connsiteX1" fmla="*/ 258699 w 421548"/>
                <a:gd name="connsiteY1" fmla="*/ 330803 h 1865756"/>
                <a:gd name="connsiteX2" fmla="*/ 408051 w 421548"/>
                <a:gd name="connsiteY2" fmla="*/ 617887 h 1865756"/>
                <a:gd name="connsiteX3" fmla="*/ 408051 w 421548"/>
                <a:gd name="connsiteY3" fmla="*/ 910781 h 1865756"/>
                <a:gd name="connsiteX4" fmla="*/ 336233 w 421548"/>
                <a:gd name="connsiteY4" fmla="*/ 1269683 h 1865756"/>
                <a:gd name="connsiteX5" fmla="*/ 186881 w 421548"/>
                <a:gd name="connsiteY5" fmla="*/ 1582674 h 1865756"/>
                <a:gd name="connsiteX6" fmla="*/ 0 w 421548"/>
                <a:gd name="connsiteY6" fmla="*/ 1865757 h 1865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548" h="1865756">
                  <a:moveTo>
                    <a:pt x="0" y="0"/>
                  </a:moveTo>
                  <a:cubicBezTo>
                    <a:pt x="0" y="0"/>
                    <a:pt x="155734" y="188309"/>
                    <a:pt x="258699" y="330803"/>
                  </a:cubicBezTo>
                  <a:cubicBezTo>
                    <a:pt x="322517" y="419100"/>
                    <a:pt x="383096" y="512255"/>
                    <a:pt x="408051" y="617887"/>
                  </a:cubicBezTo>
                  <a:cubicBezTo>
                    <a:pt x="430625" y="713613"/>
                    <a:pt x="420815" y="812768"/>
                    <a:pt x="408051" y="910781"/>
                  </a:cubicBezTo>
                  <a:cubicBezTo>
                    <a:pt x="392240" y="1032129"/>
                    <a:pt x="376142" y="1154049"/>
                    <a:pt x="336233" y="1269683"/>
                  </a:cubicBezTo>
                  <a:cubicBezTo>
                    <a:pt x="298418" y="1379125"/>
                    <a:pt x="246412" y="1483138"/>
                    <a:pt x="186881" y="1582674"/>
                  </a:cubicBezTo>
                  <a:cubicBezTo>
                    <a:pt x="122777" y="1689640"/>
                    <a:pt x="0" y="1865757"/>
                    <a:pt x="0" y="1865757"/>
                  </a:cubicBezTo>
                </a:path>
              </a:pathLst>
            </a:custGeom>
            <a:noFill/>
            <a:ln w="9525" cap="rnd">
              <a:solidFill>
                <a:schemeClr val="bg2">
                  <a:alpha val="25000"/>
                </a:schemeClr>
              </a:solidFill>
              <a:prstDash val="lgDash"/>
              <a:round/>
            </a:ln>
          </p:spPr>
          <p:txBody>
            <a:bodyPr rtlCol="0" anchor="ctr"/>
            <a:lstStyle/>
            <a:p>
              <a:endParaRPr lang="en-US"/>
            </a:p>
          </p:txBody>
        </p:sp>
        <p:sp>
          <p:nvSpPr>
            <p:cNvPr id="64" name="Freeform: Shape 63">
              <a:extLst>
                <a:ext uri="{FF2B5EF4-FFF2-40B4-BE49-F238E27FC236}">
                  <a16:creationId xmlns:a16="http://schemas.microsoft.com/office/drawing/2014/main" id="{966F436B-D502-4927-A05D-0691A99F65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71887" y="2201418"/>
              <a:ext cx="286935" cy="1358264"/>
            </a:xfrm>
            <a:custGeom>
              <a:avLst/>
              <a:gdLst>
                <a:gd name="connsiteX0" fmla="*/ 11621 w 286935"/>
                <a:gd name="connsiteY0" fmla="*/ 1358265 h 1358264"/>
                <a:gd name="connsiteX1" fmla="*/ 163830 w 286935"/>
                <a:gd name="connsiteY1" fmla="*/ 1157287 h 1358264"/>
                <a:gd name="connsiteX2" fmla="*/ 258604 w 286935"/>
                <a:gd name="connsiteY2" fmla="*/ 858679 h 1358264"/>
                <a:gd name="connsiteX3" fmla="*/ 284417 w 286935"/>
                <a:gd name="connsiteY3" fmla="*/ 577310 h 1358264"/>
                <a:gd name="connsiteX4" fmla="*/ 215456 w 286935"/>
                <a:gd name="connsiteY4" fmla="*/ 330422 h 1358264"/>
                <a:gd name="connsiteX5" fmla="*/ 0 w 286935"/>
                <a:gd name="connsiteY5" fmla="*/ 0 h 135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6935" h="1358264">
                  <a:moveTo>
                    <a:pt x="11621" y="1358265"/>
                  </a:moveTo>
                  <a:cubicBezTo>
                    <a:pt x="11621" y="1358265"/>
                    <a:pt x="104299" y="1269016"/>
                    <a:pt x="163830" y="1157287"/>
                  </a:cubicBezTo>
                  <a:cubicBezTo>
                    <a:pt x="213074" y="1064800"/>
                    <a:pt x="237458" y="961453"/>
                    <a:pt x="258604" y="858679"/>
                  </a:cubicBezTo>
                  <a:cubicBezTo>
                    <a:pt x="277749" y="765905"/>
                    <a:pt x="293180" y="671512"/>
                    <a:pt x="284417" y="577310"/>
                  </a:cubicBezTo>
                  <a:cubicBezTo>
                    <a:pt x="276511" y="491680"/>
                    <a:pt x="250412" y="409099"/>
                    <a:pt x="215456" y="330422"/>
                  </a:cubicBezTo>
                  <a:cubicBezTo>
                    <a:pt x="153353" y="190405"/>
                    <a:pt x="0" y="0"/>
                    <a:pt x="0" y="0"/>
                  </a:cubicBezTo>
                </a:path>
              </a:pathLst>
            </a:custGeom>
            <a:noFill/>
            <a:ln w="9525" cap="rnd">
              <a:solidFill>
                <a:schemeClr val="bg2">
                  <a:alpha val="25000"/>
                </a:schemeClr>
              </a:solidFill>
              <a:prstDash val="lgDash"/>
              <a:round/>
            </a:ln>
          </p:spPr>
          <p:txBody>
            <a:bodyPr rtlCol="0" anchor="ctr"/>
            <a:lstStyle/>
            <a:p>
              <a:endParaRPr lang="en-US"/>
            </a:p>
          </p:txBody>
        </p:sp>
        <p:sp>
          <p:nvSpPr>
            <p:cNvPr id="65" name="Freeform: Shape 64">
              <a:extLst>
                <a:ext uri="{FF2B5EF4-FFF2-40B4-BE49-F238E27FC236}">
                  <a16:creationId xmlns:a16="http://schemas.microsoft.com/office/drawing/2014/main" id="{63D19BC0-342A-4662-8B01-078F5BC25F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71887" y="2482500"/>
              <a:ext cx="167300" cy="890873"/>
            </a:xfrm>
            <a:custGeom>
              <a:avLst/>
              <a:gdLst>
                <a:gd name="connsiteX0" fmla="*/ 0 w 167300"/>
                <a:gd name="connsiteY0" fmla="*/ 0 h 890873"/>
                <a:gd name="connsiteX1" fmla="*/ 143732 w 167300"/>
                <a:gd name="connsiteY1" fmla="*/ 233077 h 890873"/>
                <a:gd name="connsiteX2" fmla="*/ 160973 w 167300"/>
                <a:gd name="connsiteY2" fmla="*/ 482822 h 890873"/>
                <a:gd name="connsiteX3" fmla="*/ 0 w 167300"/>
                <a:gd name="connsiteY3" fmla="*/ 890873 h 890873"/>
              </a:gdLst>
              <a:ahLst/>
              <a:cxnLst>
                <a:cxn ang="0">
                  <a:pos x="connsiteX0" y="connsiteY0"/>
                </a:cxn>
                <a:cxn ang="0">
                  <a:pos x="connsiteX1" y="connsiteY1"/>
                </a:cxn>
                <a:cxn ang="0">
                  <a:pos x="connsiteX2" y="connsiteY2"/>
                </a:cxn>
                <a:cxn ang="0">
                  <a:pos x="connsiteX3" y="connsiteY3"/>
                </a:cxn>
              </a:cxnLst>
              <a:rect l="l" t="t" r="r" b="b"/>
              <a:pathLst>
                <a:path w="167300" h="890873">
                  <a:moveTo>
                    <a:pt x="0" y="0"/>
                  </a:moveTo>
                  <a:cubicBezTo>
                    <a:pt x="0" y="0"/>
                    <a:pt x="110585" y="127254"/>
                    <a:pt x="143732" y="233077"/>
                  </a:cubicBezTo>
                  <a:cubicBezTo>
                    <a:pt x="168974" y="313563"/>
                    <a:pt x="172593" y="399098"/>
                    <a:pt x="160973" y="482822"/>
                  </a:cubicBezTo>
                  <a:cubicBezTo>
                    <a:pt x="136970" y="655892"/>
                    <a:pt x="0" y="890873"/>
                    <a:pt x="0" y="890873"/>
                  </a:cubicBezTo>
                </a:path>
              </a:pathLst>
            </a:custGeom>
            <a:noFill/>
            <a:ln w="9525" cap="rnd">
              <a:solidFill>
                <a:schemeClr val="bg2">
                  <a:alpha val="25000"/>
                </a:schemeClr>
              </a:solidFill>
              <a:prstDash val="lgDash"/>
              <a:round/>
            </a:ln>
          </p:spPr>
          <p:txBody>
            <a:bodyPr rtlCol="0" anchor="ctr"/>
            <a:lstStyle/>
            <a:p>
              <a:endParaRPr lang="en-US"/>
            </a:p>
          </p:txBody>
        </p:sp>
        <p:sp>
          <p:nvSpPr>
            <p:cNvPr id="66" name="Freeform: Shape 65">
              <a:extLst>
                <a:ext uri="{FF2B5EF4-FFF2-40B4-BE49-F238E27FC236}">
                  <a16:creationId xmlns:a16="http://schemas.microsoft.com/office/drawing/2014/main" id="{DF32521F-B67B-4D14-BB6E-0DD27E1C70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49272" y="1514475"/>
              <a:ext cx="3076098" cy="1677721"/>
            </a:xfrm>
            <a:custGeom>
              <a:avLst/>
              <a:gdLst>
                <a:gd name="connsiteX0" fmla="*/ 3076099 w 3076098"/>
                <a:gd name="connsiteY0" fmla="*/ 12287 h 1677721"/>
                <a:gd name="connsiteX1" fmla="*/ 3054287 w 3076098"/>
                <a:gd name="connsiteY1" fmla="*/ 609029 h 1677721"/>
                <a:gd name="connsiteX2" fmla="*/ 3054287 w 3076098"/>
                <a:gd name="connsiteY2" fmla="*/ 824770 h 1677721"/>
                <a:gd name="connsiteX3" fmla="*/ 3002375 w 3076098"/>
                <a:gd name="connsiteY3" fmla="*/ 1158240 h 1677721"/>
                <a:gd name="connsiteX4" fmla="*/ 2945797 w 3076098"/>
                <a:gd name="connsiteY4" fmla="*/ 1277112 h 1677721"/>
                <a:gd name="connsiteX5" fmla="*/ 2706815 w 3076098"/>
                <a:gd name="connsiteY5" fmla="*/ 1492853 h 1677721"/>
                <a:gd name="connsiteX6" fmla="*/ 2451735 w 3076098"/>
                <a:gd name="connsiteY6" fmla="*/ 1618583 h 1677721"/>
                <a:gd name="connsiteX7" fmla="*/ 2128457 w 3076098"/>
                <a:gd name="connsiteY7" fmla="*/ 1677448 h 1677721"/>
                <a:gd name="connsiteX8" fmla="*/ 1672495 w 3076098"/>
                <a:gd name="connsiteY8" fmla="*/ 1505522 h 1677721"/>
                <a:gd name="connsiteX9" fmla="*/ 1445038 w 3076098"/>
                <a:gd name="connsiteY9" fmla="*/ 1230916 h 1677721"/>
                <a:gd name="connsiteX10" fmla="*/ 1381506 w 3076098"/>
                <a:gd name="connsiteY10" fmla="*/ 1044035 h 1677721"/>
                <a:gd name="connsiteX11" fmla="*/ 1260253 w 3076098"/>
                <a:gd name="connsiteY11" fmla="*/ 837533 h 1677721"/>
                <a:gd name="connsiteX12" fmla="*/ 1108520 w 3076098"/>
                <a:gd name="connsiteY12" fmla="*/ 772954 h 1677721"/>
                <a:gd name="connsiteX13" fmla="*/ 955358 w 3076098"/>
                <a:gd name="connsiteY13" fmla="*/ 751427 h 1677721"/>
                <a:gd name="connsiteX14" fmla="*/ 763810 w 3076098"/>
                <a:gd name="connsiteY14" fmla="*/ 764762 h 1677721"/>
                <a:gd name="connsiteX15" fmla="*/ 651224 w 3076098"/>
                <a:gd name="connsiteY15" fmla="*/ 728186 h 1677721"/>
                <a:gd name="connsiteX16" fmla="*/ 510730 w 3076098"/>
                <a:gd name="connsiteY16" fmla="*/ 587788 h 1677721"/>
                <a:gd name="connsiteX17" fmla="*/ 323183 w 3076098"/>
                <a:gd name="connsiteY17" fmla="*/ 353187 h 1677721"/>
                <a:gd name="connsiteX18" fmla="*/ 0 w 3076098"/>
                <a:gd name="connsiteY18" fmla="*/ 0 h 1677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076098" h="1677721">
                  <a:moveTo>
                    <a:pt x="3076099" y="12287"/>
                  </a:moveTo>
                  <a:cubicBezTo>
                    <a:pt x="3069336" y="183071"/>
                    <a:pt x="3053525" y="438150"/>
                    <a:pt x="3054287" y="609029"/>
                  </a:cubicBezTo>
                  <a:cubicBezTo>
                    <a:pt x="3054572" y="680942"/>
                    <a:pt x="3056477" y="752856"/>
                    <a:pt x="3054287" y="824770"/>
                  </a:cubicBezTo>
                  <a:cubicBezTo>
                    <a:pt x="3050858" y="937832"/>
                    <a:pt x="3038285" y="1051084"/>
                    <a:pt x="3002375" y="1158240"/>
                  </a:cubicBezTo>
                  <a:cubicBezTo>
                    <a:pt x="2988374" y="1200055"/>
                    <a:pt x="2969895" y="1240155"/>
                    <a:pt x="2945797" y="1277112"/>
                  </a:cubicBezTo>
                  <a:cubicBezTo>
                    <a:pt x="2886742" y="1367885"/>
                    <a:pt x="2798636" y="1434846"/>
                    <a:pt x="2706815" y="1492853"/>
                  </a:cubicBezTo>
                  <a:cubicBezTo>
                    <a:pt x="2626424" y="1543717"/>
                    <a:pt x="2541080" y="1586103"/>
                    <a:pt x="2451735" y="1618583"/>
                  </a:cubicBezTo>
                  <a:cubicBezTo>
                    <a:pt x="2347817" y="1656398"/>
                    <a:pt x="2238851" y="1680591"/>
                    <a:pt x="2128457" y="1677448"/>
                  </a:cubicBezTo>
                  <a:cubicBezTo>
                    <a:pt x="1962436" y="1672781"/>
                    <a:pt x="1804702" y="1606677"/>
                    <a:pt x="1672495" y="1505522"/>
                  </a:cubicBezTo>
                  <a:cubicBezTo>
                    <a:pt x="1576483" y="1432084"/>
                    <a:pt x="1493520" y="1341501"/>
                    <a:pt x="1445038" y="1230916"/>
                  </a:cubicBezTo>
                  <a:cubicBezTo>
                    <a:pt x="1418653" y="1170623"/>
                    <a:pt x="1401794" y="1106710"/>
                    <a:pt x="1381506" y="1044035"/>
                  </a:cubicBezTo>
                  <a:cubicBezTo>
                    <a:pt x="1356360" y="966026"/>
                    <a:pt x="1324261" y="887730"/>
                    <a:pt x="1260253" y="837533"/>
                  </a:cubicBezTo>
                  <a:cubicBezTo>
                    <a:pt x="1216628" y="803243"/>
                    <a:pt x="1162717" y="786194"/>
                    <a:pt x="1108520" y="772954"/>
                  </a:cubicBezTo>
                  <a:cubicBezTo>
                    <a:pt x="1058228" y="760667"/>
                    <a:pt x="1007078" y="750570"/>
                    <a:pt x="955358" y="751427"/>
                  </a:cubicBezTo>
                  <a:cubicBezTo>
                    <a:pt x="891064" y="752475"/>
                    <a:pt x="827818" y="770001"/>
                    <a:pt x="763810" y="764762"/>
                  </a:cubicBezTo>
                  <a:cubicBezTo>
                    <a:pt x="723995" y="761524"/>
                    <a:pt x="685514" y="748760"/>
                    <a:pt x="651224" y="728186"/>
                  </a:cubicBezTo>
                  <a:cubicBezTo>
                    <a:pt x="594074" y="693896"/>
                    <a:pt x="552545" y="639985"/>
                    <a:pt x="510730" y="587788"/>
                  </a:cubicBezTo>
                  <a:cubicBezTo>
                    <a:pt x="448151" y="509683"/>
                    <a:pt x="384524" y="432245"/>
                    <a:pt x="323183" y="353187"/>
                  </a:cubicBezTo>
                  <a:cubicBezTo>
                    <a:pt x="246221" y="253937"/>
                    <a:pt x="94202" y="82868"/>
                    <a:pt x="0" y="0"/>
                  </a:cubicBezTo>
                </a:path>
              </a:pathLst>
            </a:custGeom>
            <a:noFill/>
            <a:ln w="9525" cap="rnd">
              <a:solidFill>
                <a:schemeClr val="bg2">
                  <a:alpha val="25000"/>
                </a:schemeClr>
              </a:solidFill>
              <a:prstDash val="lgDash"/>
              <a:round/>
            </a:ln>
          </p:spPr>
          <p:txBody>
            <a:bodyPr rtlCol="0" anchor="ctr"/>
            <a:lstStyle/>
            <a:p>
              <a:endParaRPr lang="en-US"/>
            </a:p>
          </p:txBody>
        </p:sp>
        <p:sp>
          <p:nvSpPr>
            <p:cNvPr id="67" name="Freeform: Shape 66">
              <a:extLst>
                <a:ext uri="{FF2B5EF4-FFF2-40B4-BE49-F238E27FC236}">
                  <a16:creationId xmlns:a16="http://schemas.microsoft.com/office/drawing/2014/main" id="{56F73602-5ACB-4102-894B-D140E71E67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9025" y="1548764"/>
              <a:ext cx="2607257" cy="1468691"/>
            </a:xfrm>
            <a:custGeom>
              <a:avLst/>
              <a:gdLst>
                <a:gd name="connsiteX0" fmla="*/ 2568321 w 2607257"/>
                <a:gd name="connsiteY0" fmla="*/ 18002 h 1468691"/>
                <a:gd name="connsiteX1" fmla="*/ 2590609 w 2607257"/>
                <a:gd name="connsiteY1" fmla="*/ 258509 h 1468691"/>
                <a:gd name="connsiteX2" fmla="*/ 2606802 w 2607257"/>
                <a:gd name="connsiteY2" fmla="*/ 563118 h 1468691"/>
                <a:gd name="connsiteX3" fmla="*/ 2587181 w 2607257"/>
                <a:gd name="connsiteY3" fmla="*/ 910400 h 1468691"/>
                <a:gd name="connsiteX4" fmla="*/ 2568702 w 2607257"/>
                <a:gd name="connsiteY4" fmla="*/ 1001554 h 1468691"/>
                <a:gd name="connsiteX5" fmla="*/ 2407063 w 2607257"/>
                <a:gd name="connsiteY5" fmla="*/ 1262348 h 1468691"/>
                <a:gd name="connsiteX6" fmla="*/ 2211896 w 2607257"/>
                <a:gd name="connsiteY6" fmla="*/ 1390078 h 1468691"/>
                <a:gd name="connsiteX7" fmla="*/ 1936623 w 2607257"/>
                <a:gd name="connsiteY7" fmla="*/ 1466660 h 1468691"/>
                <a:gd name="connsiteX8" fmla="*/ 1749933 w 2607257"/>
                <a:gd name="connsiteY8" fmla="*/ 1447514 h 1468691"/>
                <a:gd name="connsiteX9" fmla="*/ 1594295 w 2607257"/>
                <a:gd name="connsiteY9" fmla="*/ 1351788 h 1468691"/>
                <a:gd name="connsiteX10" fmla="*/ 1512951 w 2607257"/>
                <a:gd name="connsiteY10" fmla="*/ 1227392 h 1468691"/>
                <a:gd name="connsiteX11" fmla="*/ 1500949 w 2607257"/>
                <a:gd name="connsiteY11" fmla="*/ 992886 h 1468691"/>
                <a:gd name="connsiteX12" fmla="*/ 1541621 w 2607257"/>
                <a:gd name="connsiteY12" fmla="*/ 803910 h 1468691"/>
                <a:gd name="connsiteX13" fmla="*/ 1541621 w 2607257"/>
                <a:gd name="connsiteY13" fmla="*/ 665131 h 1468691"/>
                <a:gd name="connsiteX14" fmla="*/ 1429131 w 2607257"/>
                <a:gd name="connsiteY14" fmla="*/ 526352 h 1468691"/>
                <a:gd name="connsiteX15" fmla="*/ 1163383 w 2607257"/>
                <a:gd name="connsiteY15" fmla="*/ 449771 h 1468691"/>
                <a:gd name="connsiteX16" fmla="*/ 811530 w 2607257"/>
                <a:gd name="connsiteY16" fmla="*/ 406718 h 1468691"/>
                <a:gd name="connsiteX17" fmla="*/ 574548 w 2607257"/>
                <a:gd name="connsiteY17" fmla="*/ 354044 h 1468691"/>
                <a:gd name="connsiteX18" fmla="*/ 284893 w 2607257"/>
                <a:gd name="connsiteY18" fmla="*/ 224885 h 1468691"/>
                <a:gd name="connsiteX19" fmla="*/ 0 w 2607257"/>
                <a:gd name="connsiteY19" fmla="*/ 0 h 1468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607257" h="1468691">
                  <a:moveTo>
                    <a:pt x="2568321" y="18002"/>
                  </a:moveTo>
                  <a:cubicBezTo>
                    <a:pt x="2574989" y="70009"/>
                    <a:pt x="2587752" y="206121"/>
                    <a:pt x="2590609" y="258509"/>
                  </a:cubicBezTo>
                  <a:cubicBezTo>
                    <a:pt x="2596134" y="360045"/>
                    <a:pt x="2604707" y="461486"/>
                    <a:pt x="2606802" y="563118"/>
                  </a:cubicBezTo>
                  <a:cubicBezTo>
                    <a:pt x="2609088" y="679228"/>
                    <a:pt x="2602802" y="795338"/>
                    <a:pt x="2587181" y="910400"/>
                  </a:cubicBezTo>
                  <a:cubicBezTo>
                    <a:pt x="2582990" y="941165"/>
                    <a:pt x="2577274" y="971645"/>
                    <a:pt x="2568702" y="1001554"/>
                  </a:cubicBezTo>
                  <a:cubicBezTo>
                    <a:pt x="2540222" y="1101471"/>
                    <a:pt x="2482501" y="1190816"/>
                    <a:pt x="2407063" y="1262348"/>
                  </a:cubicBezTo>
                  <a:cubicBezTo>
                    <a:pt x="2350294" y="1316165"/>
                    <a:pt x="2283047" y="1357313"/>
                    <a:pt x="2211896" y="1390078"/>
                  </a:cubicBezTo>
                  <a:cubicBezTo>
                    <a:pt x="2124742" y="1430179"/>
                    <a:pt x="2032159" y="1458754"/>
                    <a:pt x="1936623" y="1466660"/>
                  </a:cubicBezTo>
                  <a:cubicBezTo>
                    <a:pt x="1873567" y="1471898"/>
                    <a:pt x="1809845" y="1467517"/>
                    <a:pt x="1749933" y="1447514"/>
                  </a:cubicBezTo>
                  <a:cubicBezTo>
                    <a:pt x="1691449" y="1428083"/>
                    <a:pt x="1638109" y="1395222"/>
                    <a:pt x="1594295" y="1351788"/>
                  </a:cubicBezTo>
                  <a:cubicBezTo>
                    <a:pt x="1558576" y="1316450"/>
                    <a:pt x="1530001" y="1274540"/>
                    <a:pt x="1512951" y="1227392"/>
                  </a:cubicBezTo>
                  <a:cubicBezTo>
                    <a:pt x="1485900" y="1152811"/>
                    <a:pt x="1487519" y="1071467"/>
                    <a:pt x="1500949" y="992886"/>
                  </a:cubicBezTo>
                  <a:cubicBezTo>
                    <a:pt x="1511808" y="929354"/>
                    <a:pt x="1529810" y="867251"/>
                    <a:pt x="1541621" y="803910"/>
                  </a:cubicBezTo>
                  <a:cubicBezTo>
                    <a:pt x="1550194" y="757714"/>
                    <a:pt x="1554194" y="710279"/>
                    <a:pt x="1541621" y="665131"/>
                  </a:cubicBezTo>
                  <a:cubicBezTo>
                    <a:pt x="1525143" y="605981"/>
                    <a:pt x="1481233" y="559403"/>
                    <a:pt x="1429131" y="526352"/>
                  </a:cubicBezTo>
                  <a:cubicBezTo>
                    <a:pt x="1350455" y="476536"/>
                    <a:pt x="1256157" y="461772"/>
                    <a:pt x="1163383" y="449771"/>
                  </a:cubicBezTo>
                  <a:cubicBezTo>
                    <a:pt x="1046131" y="434626"/>
                    <a:pt x="928306" y="424720"/>
                    <a:pt x="811530" y="406718"/>
                  </a:cubicBezTo>
                  <a:cubicBezTo>
                    <a:pt x="731425" y="394335"/>
                    <a:pt x="652081" y="377571"/>
                    <a:pt x="574548" y="354044"/>
                  </a:cubicBezTo>
                  <a:cubicBezTo>
                    <a:pt x="472916" y="323279"/>
                    <a:pt x="375094" y="280702"/>
                    <a:pt x="284893" y="224885"/>
                  </a:cubicBezTo>
                  <a:cubicBezTo>
                    <a:pt x="181832" y="161068"/>
                    <a:pt x="90868" y="80296"/>
                    <a:pt x="0" y="0"/>
                  </a:cubicBezTo>
                </a:path>
              </a:pathLst>
            </a:custGeom>
            <a:noFill/>
            <a:ln w="9525" cap="rnd">
              <a:solidFill>
                <a:schemeClr val="bg2">
                  <a:alpha val="25000"/>
                </a:schemeClr>
              </a:solidFill>
              <a:prstDash val="lgDash"/>
              <a:round/>
            </a:ln>
          </p:spPr>
          <p:txBody>
            <a:bodyPr rtlCol="0" anchor="ctr"/>
            <a:lstStyle/>
            <a:p>
              <a:endParaRPr lang="en-US"/>
            </a:p>
          </p:txBody>
        </p:sp>
        <p:sp>
          <p:nvSpPr>
            <p:cNvPr id="68" name="Freeform: Shape 67">
              <a:extLst>
                <a:ext uri="{FF2B5EF4-FFF2-40B4-BE49-F238E27FC236}">
                  <a16:creationId xmlns:a16="http://schemas.microsoft.com/office/drawing/2014/main" id="{E87FA368-45DC-4276-A257-F67A12B2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50204" y="1524380"/>
              <a:ext cx="2095685" cy="1175182"/>
            </a:xfrm>
            <a:custGeom>
              <a:avLst/>
              <a:gdLst>
                <a:gd name="connsiteX0" fmla="*/ 1950434 w 2095685"/>
                <a:gd name="connsiteY0" fmla="*/ 0 h 1175182"/>
                <a:gd name="connsiteX1" fmla="*/ 2077307 w 2095685"/>
                <a:gd name="connsiteY1" fmla="*/ 479108 h 1175182"/>
                <a:gd name="connsiteX2" fmla="*/ 2089309 w 2095685"/>
                <a:gd name="connsiteY2" fmla="*/ 826008 h 1175182"/>
                <a:gd name="connsiteX3" fmla="*/ 1987582 w 2095685"/>
                <a:gd name="connsiteY3" fmla="*/ 1101185 h 1175182"/>
                <a:gd name="connsiteX4" fmla="*/ 1818037 w 2095685"/>
                <a:gd name="connsiteY4" fmla="*/ 1173004 h 1175182"/>
                <a:gd name="connsiteX5" fmla="*/ 1694402 w 2095685"/>
                <a:gd name="connsiteY5" fmla="*/ 1157097 h 1175182"/>
                <a:gd name="connsiteX6" fmla="*/ 1594676 w 2095685"/>
                <a:gd name="connsiteY6" fmla="*/ 1013555 h 1175182"/>
                <a:gd name="connsiteX7" fmla="*/ 1664494 w 2095685"/>
                <a:gd name="connsiteY7" fmla="*/ 790289 h 1175182"/>
                <a:gd name="connsiteX8" fmla="*/ 1684401 w 2095685"/>
                <a:gd name="connsiteY8" fmla="*/ 527114 h 1175182"/>
                <a:gd name="connsiteX9" fmla="*/ 1550765 w 2095685"/>
                <a:gd name="connsiteY9" fmla="*/ 343662 h 1175182"/>
                <a:gd name="connsiteX10" fmla="*/ 1315402 w 2095685"/>
                <a:gd name="connsiteY10" fmla="*/ 265938 h 1175182"/>
                <a:gd name="connsiteX11" fmla="*/ 876586 w 2095685"/>
                <a:gd name="connsiteY11" fmla="*/ 200120 h 1175182"/>
                <a:gd name="connsiteX12" fmla="*/ 591312 w 2095685"/>
                <a:gd name="connsiteY12" fmla="*/ 186119 h 1175182"/>
                <a:gd name="connsiteX13" fmla="*/ 0 w 2095685"/>
                <a:gd name="connsiteY13" fmla="*/ 16669 h 117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95685" h="1175182">
                  <a:moveTo>
                    <a:pt x="1950434" y="0"/>
                  </a:moveTo>
                  <a:cubicBezTo>
                    <a:pt x="1973485" y="77629"/>
                    <a:pt x="2063115" y="399383"/>
                    <a:pt x="2077307" y="479108"/>
                  </a:cubicBezTo>
                  <a:cubicBezTo>
                    <a:pt x="2097786" y="593693"/>
                    <a:pt x="2100167" y="710089"/>
                    <a:pt x="2089309" y="826008"/>
                  </a:cubicBezTo>
                  <a:cubicBezTo>
                    <a:pt x="2079784" y="927545"/>
                    <a:pt x="2061401" y="1032891"/>
                    <a:pt x="1987582" y="1101185"/>
                  </a:cubicBezTo>
                  <a:cubicBezTo>
                    <a:pt x="1941481" y="1143762"/>
                    <a:pt x="1880616" y="1165670"/>
                    <a:pt x="1818037" y="1173004"/>
                  </a:cubicBezTo>
                  <a:cubicBezTo>
                    <a:pt x="1775746" y="1177957"/>
                    <a:pt x="1732693" y="1175195"/>
                    <a:pt x="1694402" y="1157097"/>
                  </a:cubicBezTo>
                  <a:cubicBezTo>
                    <a:pt x="1638110" y="1130427"/>
                    <a:pt x="1600295" y="1075373"/>
                    <a:pt x="1594676" y="1013555"/>
                  </a:cubicBezTo>
                  <a:cubicBezTo>
                    <a:pt x="1587532" y="934879"/>
                    <a:pt x="1635633" y="864870"/>
                    <a:pt x="1664494" y="790289"/>
                  </a:cubicBezTo>
                  <a:cubicBezTo>
                    <a:pt x="1696974" y="706279"/>
                    <a:pt x="1708594" y="613791"/>
                    <a:pt x="1684401" y="527114"/>
                  </a:cubicBezTo>
                  <a:cubicBezTo>
                    <a:pt x="1663351" y="451580"/>
                    <a:pt x="1616488" y="386620"/>
                    <a:pt x="1550765" y="343662"/>
                  </a:cubicBezTo>
                  <a:cubicBezTo>
                    <a:pt x="1480947" y="298133"/>
                    <a:pt x="1397508" y="282131"/>
                    <a:pt x="1315402" y="265938"/>
                  </a:cubicBezTo>
                  <a:cubicBezTo>
                    <a:pt x="1170051" y="237173"/>
                    <a:pt x="1024128" y="212027"/>
                    <a:pt x="876586" y="200120"/>
                  </a:cubicBezTo>
                  <a:cubicBezTo>
                    <a:pt x="781717" y="192500"/>
                    <a:pt x="686276" y="193643"/>
                    <a:pt x="591312" y="186119"/>
                  </a:cubicBezTo>
                  <a:cubicBezTo>
                    <a:pt x="465296" y="176213"/>
                    <a:pt x="160211" y="193453"/>
                    <a:pt x="0" y="16669"/>
                  </a:cubicBezTo>
                </a:path>
              </a:pathLst>
            </a:custGeom>
            <a:noFill/>
            <a:ln w="9525" cap="rnd">
              <a:solidFill>
                <a:schemeClr val="bg2">
                  <a:alpha val="25000"/>
                </a:schemeClr>
              </a:solidFill>
              <a:prstDash val="lgDash"/>
              <a:round/>
            </a:ln>
          </p:spPr>
          <p:txBody>
            <a:bodyPr rtlCol="0" anchor="ctr"/>
            <a:lstStyle/>
            <a:p>
              <a:endParaRPr lang="en-US"/>
            </a:p>
          </p:txBody>
        </p:sp>
      </p:grpSp>
    </p:spTree>
    <p:extLst>
      <p:ext uri="{BB962C8B-B14F-4D97-AF65-F5344CB8AC3E}">
        <p14:creationId xmlns:p14="http://schemas.microsoft.com/office/powerpoint/2010/main" val="25083166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4" name="Top left">
            <a:extLst>
              <a:ext uri="{FF2B5EF4-FFF2-40B4-BE49-F238E27FC236}">
                <a16:creationId xmlns:a16="http://schemas.microsoft.com/office/drawing/2014/main" id="{34B438D8-EF7C-445C-8B7F-953BEB1BC13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5" name="Freeform: Shape 14">
              <a:extLst>
                <a:ext uri="{FF2B5EF4-FFF2-40B4-BE49-F238E27FC236}">
                  <a16:creationId xmlns:a16="http://schemas.microsoft.com/office/drawing/2014/main" id="{9FE087E2-E4B7-42FA-A441-7EDEE41B00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6" name="Freeform: Shape 15">
              <a:extLst>
                <a:ext uri="{FF2B5EF4-FFF2-40B4-BE49-F238E27FC236}">
                  <a16:creationId xmlns:a16="http://schemas.microsoft.com/office/drawing/2014/main" id="{A61B2EF2-665F-429A-9CFB-08C14FAC99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0B0B1C71-6C49-4F64-8859-9CC59D7D98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66BBF9FA-27D4-45DF-8D9C-623EA4106A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0F2F0D01-71CB-4693-A192-5BA045A5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E740E1FB-ACD1-41FC-9828-9B5D2CAA77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12BABC85-DC43-42B8-8AAA-9198D7A62D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F48F9955-240E-4180-81B8-5909B1A91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D257901D-E824-D23C-3B30-09003B383DC5}"/>
              </a:ext>
            </a:extLst>
          </p:cNvPr>
          <p:cNvSpPr>
            <a:spLocks noGrp="1"/>
          </p:cNvSpPr>
          <p:nvPr>
            <p:ph type="title"/>
          </p:nvPr>
        </p:nvSpPr>
        <p:spPr>
          <a:xfrm>
            <a:off x="945573" y="559702"/>
            <a:ext cx="7218454" cy="1116865"/>
          </a:xfrm>
        </p:spPr>
        <p:txBody>
          <a:bodyPr>
            <a:normAutofit/>
          </a:bodyPr>
          <a:lstStyle/>
          <a:p>
            <a:r>
              <a:rPr lang="en-IN" dirty="0"/>
              <a:t>Uploading data in Cloud</a:t>
            </a:r>
          </a:p>
        </p:txBody>
      </p:sp>
      <p:sp>
        <p:nvSpPr>
          <p:cNvPr id="3" name="Content Placeholder 2">
            <a:extLst>
              <a:ext uri="{FF2B5EF4-FFF2-40B4-BE49-F238E27FC236}">
                <a16:creationId xmlns:a16="http://schemas.microsoft.com/office/drawing/2014/main" id="{4E313FE9-B33E-B244-AE0A-6B048D5E1133}"/>
              </a:ext>
            </a:extLst>
          </p:cNvPr>
          <p:cNvSpPr>
            <a:spLocks noGrp="1"/>
          </p:cNvSpPr>
          <p:nvPr>
            <p:ph idx="1"/>
          </p:nvPr>
        </p:nvSpPr>
        <p:spPr>
          <a:xfrm>
            <a:off x="945573" y="2005445"/>
            <a:ext cx="5149039" cy="3812394"/>
          </a:xfrm>
        </p:spPr>
        <p:txBody>
          <a:bodyPr>
            <a:normAutofit/>
          </a:bodyPr>
          <a:lstStyle/>
          <a:p>
            <a:pPr marL="0" indent="0">
              <a:lnSpc>
                <a:spcPct val="100000"/>
              </a:lnSpc>
              <a:buNone/>
            </a:pPr>
            <a:r>
              <a:rPr lang="en-IN" sz="2400" b="1" dirty="0"/>
              <a:t>What is ThingSpeak?</a:t>
            </a:r>
          </a:p>
          <a:p>
            <a:pPr lvl="1">
              <a:lnSpc>
                <a:spcPct val="100000"/>
              </a:lnSpc>
              <a:buFont typeface="Arial" panose="020B0604020202020204" pitchFamily="34" charset="0"/>
              <a:buChar char="•"/>
            </a:pPr>
            <a:r>
              <a:rPr lang="en-IN" sz="1800" dirty="0"/>
              <a:t>ThingSpeak is a cloud-based IoT data platform.</a:t>
            </a:r>
          </a:p>
          <a:p>
            <a:pPr lvl="1">
              <a:lnSpc>
                <a:spcPct val="100000"/>
              </a:lnSpc>
              <a:buFont typeface="Arial" panose="020B0604020202020204" pitchFamily="34" charset="0"/>
              <a:buChar char="•"/>
            </a:pPr>
            <a:r>
              <a:rPr lang="en-IN" sz="1800" dirty="0"/>
              <a:t>It allows devices (like Arduino, ESP8266) to upload sensor data online.</a:t>
            </a:r>
          </a:p>
          <a:p>
            <a:pPr lvl="1">
              <a:lnSpc>
                <a:spcPct val="100000"/>
              </a:lnSpc>
              <a:buFont typeface="Arial" panose="020B0604020202020204" pitchFamily="34" charset="0"/>
              <a:buChar char="•"/>
            </a:pPr>
            <a:r>
              <a:rPr lang="en-IN" sz="1800" dirty="0"/>
              <a:t>Supports: Real-time data logging, visualization with charts, basic data analysis</a:t>
            </a:r>
          </a:p>
          <a:p>
            <a:pPr lvl="1">
              <a:lnSpc>
                <a:spcPct val="100000"/>
              </a:lnSpc>
              <a:buFont typeface="Arial" panose="020B0604020202020204" pitchFamily="34" charset="0"/>
              <a:buChar char="•"/>
            </a:pPr>
            <a:r>
              <a:rPr lang="en-IN" sz="1800" dirty="0"/>
              <a:t>Data is sent via HTTP GET requests using a Write API Key.</a:t>
            </a:r>
          </a:p>
          <a:p>
            <a:pPr lvl="1">
              <a:lnSpc>
                <a:spcPct val="100000"/>
              </a:lnSpc>
              <a:buFont typeface="Arial" panose="020B0604020202020204" pitchFamily="34" charset="0"/>
              <a:buChar char="•"/>
            </a:pPr>
            <a:r>
              <a:rPr lang="en-IN" sz="1800" dirty="0"/>
              <a:t>Ideal for remote monitoring projects (e.g., temperature, humidity).</a:t>
            </a:r>
          </a:p>
        </p:txBody>
      </p:sp>
      <p:pic>
        <p:nvPicPr>
          <p:cNvPr id="5" name="Graphic 4">
            <a:extLst>
              <a:ext uri="{FF2B5EF4-FFF2-40B4-BE49-F238E27FC236}">
                <a16:creationId xmlns:a16="http://schemas.microsoft.com/office/drawing/2014/main" id="{BBCCFEBD-70D1-9C8C-EECE-4E213156906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50714" y="2242620"/>
            <a:ext cx="5358254" cy="2922683"/>
          </a:xfrm>
          <a:prstGeom prst="rect">
            <a:avLst/>
          </a:prstGeom>
        </p:spPr>
      </p:pic>
      <p:grpSp>
        <p:nvGrpSpPr>
          <p:cNvPr id="24" name="Bottom Right">
            <a:extLst>
              <a:ext uri="{FF2B5EF4-FFF2-40B4-BE49-F238E27FC236}">
                <a16:creationId xmlns:a16="http://schemas.microsoft.com/office/drawing/2014/main" id="{284021E3-6F46-410C-BF43-B2DED73655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25" name="Freeform: Shape 24">
              <a:extLst>
                <a:ext uri="{FF2B5EF4-FFF2-40B4-BE49-F238E27FC236}">
                  <a16:creationId xmlns:a16="http://schemas.microsoft.com/office/drawing/2014/main" id="{A48AF179-3265-4A10-A62C-92B7E186C3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26" name="Graphic 157">
              <a:extLst>
                <a:ext uri="{FF2B5EF4-FFF2-40B4-BE49-F238E27FC236}">
                  <a16:creationId xmlns:a16="http://schemas.microsoft.com/office/drawing/2014/main" id="{30DF5C12-B34D-4E70-8FD0-D98069994E4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8" name="Freeform: Shape 27">
                <a:extLst>
                  <a:ext uri="{FF2B5EF4-FFF2-40B4-BE49-F238E27FC236}">
                    <a16:creationId xmlns:a16="http://schemas.microsoft.com/office/drawing/2014/main" id="{9589785B-0300-4D1C-BEFB-DCA5AA0450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7F41DF3E-3189-428F-B4FE-AACA351306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7C51D846-61EF-4EB5-BE03-65A572A2EA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C5417C86-AA6B-4AD4-BD75-694E8E073E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51D5067E-85F6-4202-AFB5-41F9C9EA7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A9598395-257E-4B18-949B-50F109866B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39DDA522-37EB-48B3-9B62-748F75D36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7" name="Freeform: Shape 26">
              <a:extLst>
                <a:ext uri="{FF2B5EF4-FFF2-40B4-BE49-F238E27FC236}">
                  <a16:creationId xmlns:a16="http://schemas.microsoft.com/office/drawing/2014/main" id="{B9D8F012-98AD-4320-BA44-DE1CE4E4D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0063506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C6F21B0-2053-B891-BEB5-26496391D51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6D9FC9-D025-3118-8753-D12F3FB693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DD49EFB5-D075-92FD-C2FF-69B9744318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4" name="Top left">
            <a:extLst>
              <a:ext uri="{FF2B5EF4-FFF2-40B4-BE49-F238E27FC236}">
                <a16:creationId xmlns:a16="http://schemas.microsoft.com/office/drawing/2014/main" id="{AF7273BB-66FC-1A8D-BEBC-29F4C6CB949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5" name="Freeform: Shape 14">
              <a:extLst>
                <a:ext uri="{FF2B5EF4-FFF2-40B4-BE49-F238E27FC236}">
                  <a16:creationId xmlns:a16="http://schemas.microsoft.com/office/drawing/2014/main" id="{57246C7F-8101-B29C-582A-C7C86DB9FD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6" name="Freeform: Shape 15">
              <a:extLst>
                <a:ext uri="{FF2B5EF4-FFF2-40B4-BE49-F238E27FC236}">
                  <a16:creationId xmlns:a16="http://schemas.microsoft.com/office/drawing/2014/main" id="{94AFD12D-C548-4A51-F572-52D0D35E3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FBBA5E2F-C2DC-AB53-8C25-614B9F938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E6A1EF3E-6C70-0EC1-B7B9-A0C6216921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B6C37B14-D5D1-86E5-4D1F-292D186DFB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53ABBCFD-2F4A-83A6-8E88-77D4DAAD72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F2FD1BD3-5B4B-8C68-E128-118695E55C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A493087D-1EE1-0575-1D9F-C5D3D352C2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C7A6525A-B615-C162-7CBC-C06495CC88B1}"/>
              </a:ext>
            </a:extLst>
          </p:cNvPr>
          <p:cNvSpPr>
            <a:spLocks noGrp="1"/>
          </p:cNvSpPr>
          <p:nvPr>
            <p:ph type="title"/>
          </p:nvPr>
        </p:nvSpPr>
        <p:spPr>
          <a:xfrm>
            <a:off x="945572" y="559702"/>
            <a:ext cx="9092045" cy="1116865"/>
          </a:xfrm>
        </p:spPr>
        <p:txBody>
          <a:bodyPr>
            <a:normAutofit/>
          </a:bodyPr>
          <a:lstStyle/>
          <a:p>
            <a:r>
              <a:rPr lang="en-US" dirty="0"/>
              <a:t>How Data is Saved on </a:t>
            </a:r>
            <a:r>
              <a:rPr lang="en-US" dirty="0" err="1"/>
              <a:t>ThingSpeak</a:t>
            </a:r>
            <a:endParaRPr lang="en-US" dirty="0"/>
          </a:p>
        </p:txBody>
      </p:sp>
      <p:sp>
        <p:nvSpPr>
          <p:cNvPr id="3" name="Content Placeholder 2">
            <a:extLst>
              <a:ext uri="{FF2B5EF4-FFF2-40B4-BE49-F238E27FC236}">
                <a16:creationId xmlns:a16="http://schemas.microsoft.com/office/drawing/2014/main" id="{386C349C-3657-A013-139C-B0CD63B8DEBB}"/>
              </a:ext>
            </a:extLst>
          </p:cNvPr>
          <p:cNvSpPr>
            <a:spLocks noGrp="1"/>
          </p:cNvSpPr>
          <p:nvPr>
            <p:ph idx="1"/>
          </p:nvPr>
        </p:nvSpPr>
        <p:spPr>
          <a:xfrm>
            <a:off x="945573" y="2005445"/>
            <a:ext cx="10634705" cy="3786250"/>
          </a:xfrm>
        </p:spPr>
        <p:txBody>
          <a:bodyPr>
            <a:normAutofit/>
          </a:bodyPr>
          <a:lstStyle/>
          <a:p>
            <a:pPr>
              <a:lnSpc>
                <a:spcPct val="100000"/>
              </a:lnSpc>
              <a:buFont typeface="Arial" panose="020B0604020202020204" pitchFamily="34" charset="0"/>
              <a:buChar char="•"/>
            </a:pPr>
            <a:r>
              <a:rPr lang="en-US" sz="2400" b="1" dirty="0"/>
              <a:t>Data is stored in Channels which include:</a:t>
            </a:r>
          </a:p>
          <a:p>
            <a:pPr lvl="1">
              <a:lnSpc>
                <a:spcPct val="120000"/>
              </a:lnSpc>
              <a:buFont typeface="Arial" panose="020B0604020202020204" pitchFamily="34" charset="0"/>
              <a:buChar char="•"/>
            </a:pPr>
            <a:r>
              <a:rPr lang="en-US" sz="2000" dirty="0"/>
              <a:t>Field1 to Field8: Store individual sensor values.</a:t>
            </a:r>
          </a:p>
          <a:p>
            <a:pPr lvl="1">
              <a:lnSpc>
                <a:spcPct val="120000"/>
              </a:lnSpc>
              <a:buFont typeface="Arial" panose="020B0604020202020204" pitchFamily="34" charset="0"/>
              <a:buChar char="•"/>
            </a:pPr>
            <a:r>
              <a:rPr lang="en-US" sz="2000" dirty="0"/>
              <a:t>Entry ID: Automatically assigned number for each upload.</a:t>
            </a:r>
          </a:p>
          <a:p>
            <a:pPr lvl="1">
              <a:lnSpc>
                <a:spcPct val="120000"/>
              </a:lnSpc>
              <a:buFont typeface="Arial" panose="020B0604020202020204" pitchFamily="34" charset="0"/>
              <a:buChar char="•"/>
            </a:pPr>
            <a:r>
              <a:rPr lang="en-US" sz="2000" dirty="0"/>
              <a:t>Timestamp: Records the exact time data was received.</a:t>
            </a:r>
          </a:p>
          <a:p>
            <a:pPr lvl="1">
              <a:lnSpc>
                <a:spcPct val="120000"/>
              </a:lnSpc>
              <a:buFont typeface="Arial" panose="020B0604020202020204" pitchFamily="34" charset="0"/>
              <a:buChar char="•"/>
            </a:pPr>
            <a:r>
              <a:rPr lang="en-US" sz="2000" dirty="0"/>
              <a:t>Example request:  </a:t>
            </a:r>
            <a:r>
              <a:rPr lang="en-US" sz="2000" b="1" dirty="0"/>
              <a:t>https://api.thingspeak.com/update?api_key=XXXX&amp;field1=25.5&amp;field2=60</a:t>
            </a:r>
          </a:p>
          <a:p>
            <a:pPr lvl="1">
              <a:lnSpc>
                <a:spcPct val="120000"/>
              </a:lnSpc>
              <a:buFont typeface="Arial" panose="020B0604020202020204" pitchFamily="34" charset="0"/>
              <a:buChar char="•"/>
            </a:pPr>
            <a:r>
              <a:rPr lang="en-US" sz="2000" dirty="0"/>
              <a:t>Data can be viewed in graphs or downloaded (CSV).Supports private/public access, API keys, and data sharing.</a:t>
            </a:r>
            <a:endParaRPr lang="en-IN" sz="2000" dirty="0"/>
          </a:p>
        </p:txBody>
      </p:sp>
      <p:grpSp>
        <p:nvGrpSpPr>
          <p:cNvPr id="24" name="Bottom Right">
            <a:extLst>
              <a:ext uri="{FF2B5EF4-FFF2-40B4-BE49-F238E27FC236}">
                <a16:creationId xmlns:a16="http://schemas.microsoft.com/office/drawing/2014/main" id="{C2902156-1E78-9478-9FE4-20F645C700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25" name="Freeform: Shape 24">
              <a:extLst>
                <a:ext uri="{FF2B5EF4-FFF2-40B4-BE49-F238E27FC236}">
                  <a16:creationId xmlns:a16="http://schemas.microsoft.com/office/drawing/2014/main" id="{4C564606-B730-1110-6C64-1E53007CB9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26" name="Graphic 157">
              <a:extLst>
                <a:ext uri="{FF2B5EF4-FFF2-40B4-BE49-F238E27FC236}">
                  <a16:creationId xmlns:a16="http://schemas.microsoft.com/office/drawing/2014/main" id="{5C1DA22E-AB73-B5EF-712D-DD5FCE78004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8" name="Freeform: Shape 27">
                <a:extLst>
                  <a:ext uri="{FF2B5EF4-FFF2-40B4-BE49-F238E27FC236}">
                    <a16:creationId xmlns:a16="http://schemas.microsoft.com/office/drawing/2014/main" id="{6E7E7D81-B407-C89D-2249-3461524CE4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C7DAAE1D-9850-3B3A-A61C-0FA0635A7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3CC1A55F-E853-28DE-5908-9EC8A0C843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6D4DB39F-44B6-8719-87BE-864522A5B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FE6DC2EF-806C-3D53-0215-75D4FD1CE5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3868E7B0-A62A-3AB0-30AE-499408B18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A7054AAF-9484-9E1B-3D96-7651EEF540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7" name="Freeform: Shape 26">
              <a:extLst>
                <a:ext uri="{FF2B5EF4-FFF2-40B4-BE49-F238E27FC236}">
                  <a16:creationId xmlns:a16="http://schemas.microsoft.com/office/drawing/2014/main" id="{F7C7CDDB-A7B7-884B-216C-95894714F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15599409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41D200-5E44-F825-5BF9-CAB2CA16F70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6F34E5E-4893-2391-5206-219E80D4A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5AD1CBA0-5264-929A-3182-632846A22C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4" name="Top left">
            <a:extLst>
              <a:ext uri="{FF2B5EF4-FFF2-40B4-BE49-F238E27FC236}">
                <a16:creationId xmlns:a16="http://schemas.microsoft.com/office/drawing/2014/main" id="{EE623617-213A-6D9C-C41B-AD13AF58CD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5" name="Freeform: Shape 14">
              <a:extLst>
                <a:ext uri="{FF2B5EF4-FFF2-40B4-BE49-F238E27FC236}">
                  <a16:creationId xmlns:a16="http://schemas.microsoft.com/office/drawing/2014/main" id="{470ADBA6-F53C-EEA9-5477-237C01E55A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6" name="Freeform: Shape 15">
              <a:extLst>
                <a:ext uri="{FF2B5EF4-FFF2-40B4-BE49-F238E27FC236}">
                  <a16:creationId xmlns:a16="http://schemas.microsoft.com/office/drawing/2014/main" id="{33CBF2F6-FE45-25AB-C944-3CC7F9B180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EF9CF1BC-9504-25BC-177C-9AD8312938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CF73A2C6-9388-0222-2AF2-42636018DA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A9E5F49A-69A4-CB4A-49C5-FA4FFAAD0D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D0079796-1142-2C6F-7D60-98CCBD1746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F173FBA1-325B-F802-678E-7824D94BD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DB2E99E8-A9FC-ACA1-C455-572CA59BC8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grpSp>
        <p:nvGrpSpPr>
          <p:cNvPr id="24" name="Bottom Right">
            <a:extLst>
              <a:ext uri="{FF2B5EF4-FFF2-40B4-BE49-F238E27FC236}">
                <a16:creationId xmlns:a16="http://schemas.microsoft.com/office/drawing/2014/main" id="{0F36966F-B0D2-E590-2616-FAA9DB13F3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25" name="Freeform: Shape 24">
              <a:extLst>
                <a:ext uri="{FF2B5EF4-FFF2-40B4-BE49-F238E27FC236}">
                  <a16:creationId xmlns:a16="http://schemas.microsoft.com/office/drawing/2014/main" id="{72F0DE2E-CC00-7DDB-47F4-DE1D450186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26" name="Graphic 157">
              <a:extLst>
                <a:ext uri="{FF2B5EF4-FFF2-40B4-BE49-F238E27FC236}">
                  <a16:creationId xmlns:a16="http://schemas.microsoft.com/office/drawing/2014/main" id="{3E65DAF2-5138-FF4B-1291-C04E1C486EA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8" name="Freeform: Shape 27">
                <a:extLst>
                  <a:ext uri="{FF2B5EF4-FFF2-40B4-BE49-F238E27FC236}">
                    <a16:creationId xmlns:a16="http://schemas.microsoft.com/office/drawing/2014/main" id="{736010E0-5302-9C6B-766E-FBB620A106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D8802910-8421-431B-8BB5-06CA80DE1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D9DF0FE7-8E9F-5730-3B2C-BF37A5C7F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D5DB08D1-5756-15A7-46FD-F01D119C94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0E89AD42-1E15-E474-F1AB-5FDC38278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18475583-6AC6-21B9-3D5C-F67B48A74B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78D77C7F-561D-0C63-3AAA-C89893EAE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7" name="Freeform: Shape 26">
              <a:extLst>
                <a:ext uri="{FF2B5EF4-FFF2-40B4-BE49-F238E27FC236}">
                  <a16:creationId xmlns:a16="http://schemas.microsoft.com/office/drawing/2014/main" id="{76416471-0707-E2FD-8528-7166533FC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9" name="Content Placeholder 8">
            <a:extLst>
              <a:ext uri="{FF2B5EF4-FFF2-40B4-BE49-F238E27FC236}">
                <a16:creationId xmlns:a16="http://schemas.microsoft.com/office/drawing/2014/main" id="{51D1152E-B97F-787B-0E51-DAA86C88A1A1}"/>
              </a:ext>
            </a:extLst>
          </p:cNvPr>
          <p:cNvPicPr>
            <a:picLocks noGrp="1" noChangeAspect="1"/>
          </p:cNvPicPr>
          <p:nvPr>
            <p:ph idx="1"/>
          </p:nvPr>
        </p:nvPicPr>
        <p:blipFill>
          <a:blip r:embed="rId2"/>
          <a:stretch>
            <a:fillRect/>
          </a:stretch>
        </p:blipFill>
        <p:spPr>
          <a:xfrm>
            <a:off x="1654384" y="295715"/>
            <a:ext cx="8139611" cy="6142607"/>
          </a:xfrm>
        </p:spPr>
      </p:pic>
    </p:spTree>
    <p:extLst>
      <p:ext uri="{BB962C8B-B14F-4D97-AF65-F5344CB8AC3E}">
        <p14:creationId xmlns:p14="http://schemas.microsoft.com/office/powerpoint/2010/main" val="2085122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98E6CC-46F5-CAD4-24B4-0390128587F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11C7F7F-07F0-768E-6EE1-D8A6A226A0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CB4CB556-09D5-1A45-1DAE-6705F3691C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4" name="Top left">
            <a:extLst>
              <a:ext uri="{FF2B5EF4-FFF2-40B4-BE49-F238E27FC236}">
                <a16:creationId xmlns:a16="http://schemas.microsoft.com/office/drawing/2014/main" id="{C0B30FF5-7B64-67B7-076B-2BC09ED34A7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5" name="Freeform: Shape 14">
              <a:extLst>
                <a:ext uri="{FF2B5EF4-FFF2-40B4-BE49-F238E27FC236}">
                  <a16:creationId xmlns:a16="http://schemas.microsoft.com/office/drawing/2014/main" id="{F49749E2-561C-7577-8070-36CE0A4F87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6" name="Freeform: Shape 15">
              <a:extLst>
                <a:ext uri="{FF2B5EF4-FFF2-40B4-BE49-F238E27FC236}">
                  <a16:creationId xmlns:a16="http://schemas.microsoft.com/office/drawing/2014/main" id="{1D05AEAE-C517-8DBD-9718-BC9B70176C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BF6D557A-50E2-5422-3001-EB74D39807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DA1EB56D-4845-BC73-B1EB-8823EE94D9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3693C233-A820-42C6-3F24-FBB4BA897E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936B85A9-C8C8-B94F-EDC8-8D1BE33429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1B982CB2-D6E1-2716-D7F9-CAE532DE70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EE7A6AF0-9D91-6C6E-5A02-FF7D82759F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grpSp>
        <p:nvGrpSpPr>
          <p:cNvPr id="24" name="Bottom Right">
            <a:extLst>
              <a:ext uri="{FF2B5EF4-FFF2-40B4-BE49-F238E27FC236}">
                <a16:creationId xmlns:a16="http://schemas.microsoft.com/office/drawing/2014/main" id="{2198F3BB-6D8C-A0F8-0C75-89A2D3AFDAC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25" name="Freeform: Shape 24">
              <a:extLst>
                <a:ext uri="{FF2B5EF4-FFF2-40B4-BE49-F238E27FC236}">
                  <a16:creationId xmlns:a16="http://schemas.microsoft.com/office/drawing/2014/main" id="{840242C4-8FD7-91B2-9361-CF145979D1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26" name="Graphic 157">
              <a:extLst>
                <a:ext uri="{FF2B5EF4-FFF2-40B4-BE49-F238E27FC236}">
                  <a16:creationId xmlns:a16="http://schemas.microsoft.com/office/drawing/2014/main" id="{2CA057EC-4557-D8D2-70AC-57B246B342E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8" name="Freeform: Shape 27">
                <a:extLst>
                  <a:ext uri="{FF2B5EF4-FFF2-40B4-BE49-F238E27FC236}">
                    <a16:creationId xmlns:a16="http://schemas.microsoft.com/office/drawing/2014/main" id="{245F07B6-AC4C-0545-669F-9ABFE4B496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4FC0A6EC-C859-5B8C-920D-8855B02C9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5E406042-B7AA-6A2F-C1DE-B193D3B5C6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8F6A8213-3F3B-C90D-83A8-3CCA62AFB0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28F73564-DB06-7E90-6C0E-9D038F4DE0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FC46B8D1-3B25-8B6D-690B-7A59A594F6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D027B06A-4BFB-ED6D-0860-2D13A872EF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7" name="Freeform: Shape 26">
              <a:extLst>
                <a:ext uri="{FF2B5EF4-FFF2-40B4-BE49-F238E27FC236}">
                  <a16:creationId xmlns:a16="http://schemas.microsoft.com/office/drawing/2014/main" id="{1E935A51-168D-1FC5-0F4A-90F2FAE63F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5" name="Picture 4">
            <a:extLst>
              <a:ext uri="{FF2B5EF4-FFF2-40B4-BE49-F238E27FC236}">
                <a16:creationId xmlns:a16="http://schemas.microsoft.com/office/drawing/2014/main" id="{5E83F9FB-2341-B288-AA14-028327D7DC28}"/>
              </a:ext>
            </a:extLst>
          </p:cNvPr>
          <p:cNvPicPr>
            <a:picLocks noChangeAspect="1"/>
          </p:cNvPicPr>
          <p:nvPr/>
        </p:nvPicPr>
        <p:blipFill>
          <a:blip r:embed="rId2"/>
          <a:stretch>
            <a:fillRect/>
          </a:stretch>
        </p:blipFill>
        <p:spPr>
          <a:xfrm>
            <a:off x="1762645" y="486154"/>
            <a:ext cx="8725714" cy="5751038"/>
          </a:xfrm>
          <a:prstGeom prst="rect">
            <a:avLst/>
          </a:prstGeom>
        </p:spPr>
      </p:pic>
    </p:spTree>
    <p:extLst>
      <p:ext uri="{BB962C8B-B14F-4D97-AF65-F5344CB8AC3E}">
        <p14:creationId xmlns:p14="http://schemas.microsoft.com/office/powerpoint/2010/main" val="16447844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4" name="Top left">
            <a:extLst>
              <a:ext uri="{FF2B5EF4-FFF2-40B4-BE49-F238E27FC236}">
                <a16:creationId xmlns:a16="http://schemas.microsoft.com/office/drawing/2014/main" id="{32D15CB3-AC64-41F7-86F8-22A111F3DC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25" y="-1543"/>
            <a:ext cx="2198951" cy="3349518"/>
            <a:chOff x="10849" y="-3086"/>
            <a:chExt cx="2198951" cy="3349518"/>
          </a:xfrm>
        </p:grpSpPr>
        <p:sp>
          <p:nvSpPr>
            <p:cNvPr id="15" name="Freeform: Shape 14">
              <a:extLst>
                <a:ext uri="{FF2B5EF4-FFF2-40B4-BE49-F238E27FC236}">
                  <a16:creationId xmlns:a16="http://schemas.microsoft.com/office/drawing/2014/main" id="{9B8FAC53-55F6-4B51-8FAD-977E5E7D7E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6" name="Freeform: Shape 15">
              <a:extLst>
                <a:ext uri="{FF2B5EF4-FFF2-40B4-BE49-F238E27FC236}">
                  <a16:creationId xmlns:a16="http://schemas.microsoft.com/office/drawing/2014/main" id="{BC29D267-CD4D-4FD7-8F45-1C8FB4235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7" name="Freeform: Shape 16">
              <a:extLst>
                <a:ext uri="{FF2B5EF4-FFF2-40B4-BE49-F238E27FC236}">
                  <a16:creationId xmlns:a16="http://schemas.microsoft.com/office/drawing/2014/main" id="{0EFC9A2B-D1CA-4247-836D-EAB80EB5ED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8" name="Freeform: Shape 17">
              <a:extLst>
                <a:ext uri="{FF2B5EF4-FFF2-40B4-BE49-F238E27FC236}">
                  <a16:creationId xmlns:a16="http://schemas.microsoft.com/office/drawing/2014/main" id="{F4F9AB28-B3F0-425B-8E51-E16DDB8536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 name="Freeform: Shape 18">
              <a:extLst>
                <a:ext uri="{FF2B5EF4-FFF2-40B4-BE49-F238E27FC236}">
                  <a16:creationId xmlns:a16="http://schemas.microsoft.com/office/drawing/2014/main" id="{891B00CE-2CF5-4DF1-A345-4516E2E83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 name="Freeform: Shape 19">
              <a:extLst>
                <a:ext uri="{FF2B5EF4-FFF2-40B4-BE49-F238E27FC236}">
                  <a16:creationId xmlns:a16="http://schemas.microsoft.com/office/drawing/2014/main" id="{8B332657-F1E9-428F-BA70-8DD848E553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 name="Freeform: Shape 20">
              <a:extLst>
                <a:ext uri="{FF2B5EF4-FFF2-40B4-BE49-F238E27FC236}">
                  <a16:creationId xmlns:a16="http://schemas.microsoft.com/office/drawing/2014/main" id="{766A6EF8-94C7-4127-9EF9-584AD6885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 name="Freeform: Shape 21">
              <a:extLst>
                <a:ext uri="{FF2B5EF4-FFF2-40B4-BE49-F238E27FC236}">
                  <a16:creationId xmlns:a16="http://schemas.microsoft.com/office/drawing/2014/main" id="{3B1C2001-8549-4C7B-86AB-049B0C99EF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2" name="Title 1">
            <a:extLst>
              <a:ext uri="{FF2B5EF4-FFF2-40B4-BE49-F238E27FC236}">
                <a16:creationId xmlns:a16="http://schemas.microsoft.com/office/drawing/2014/main" id="{A2540D50-A576-EB4E-C6C0-1ADF0FCDC4ED}"/>
              </a:ext>
            </a:extLst>
          </p:cNvPr>
          <p:cNvSpPr>
            <a:spLocks noGrp="1"/>
          </p:cNvSpPr>
          <p:nvPr>
            <p:ph type="title"/>
          </p:nvPr>
        </p:nvSpPr>
        <p:spPr>
          <a:xfrm>
            <a:off x="1198181" y="168425"/>
            <a:ext cx="9988166" cy="1499401"/>
          </a:xfrm>
        </p:spPr>
        <p:txBody>
          <a:bodyPr>
            <a:normAutofit/>
          </a:bodyPr>
          <a:lstStyle/>
          <a:p>
            <a:pPr algn="ctr"/>
            <a:r>
              <a:rPr lang="en-IN" b="1"/>
              <a:t>Final Product Enhancements &amp; Scalability</a:t>
            </a:r>
            <a:endParaRPr lang="en-IN"/>
          </a:p>
        </p:txBody>
      </p:sp>
      <p:grpSp>
        <p:nvGrpSpPr>
          <p:cNvPr id="24" name="Bottom Right">
            <a:extLst>
              <a:ext uri="{FF2B5EF4-FFF2-40B4-BE49-F238E27FC236}">
                <a16:creationId xmlns:a16="http://schemas.microsoft.com/office/drawing/2014/main" id="{921D9B61-CDA2-49D1-82AA-534691496F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74976" y="3278144"/>
            <a:ext cx="4211600" cy="3581399"/>
            <a:chOff x="7980400" y="3276601"/>
            <a:chExt cx="4211600" cy="3581399"/>
          </a:xfrm>
        </p:grpSpPr>
        <p:grpSp>
          <p:nvGrpSpPr>
            <p:cNvPr id="25" name="Graphic 157">
              <a:extLst>
                <a:ext uri="{FF2B5EF4-FFF2-40B4-BE49-F238E27FC236}">
                  <a16:creationId xmlns:a16="http://schemas.microsoft.com/office/drawing/2014/main" id="{A202591B-301C-460E-801A-4C116AC08CD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6"/>
              <a:chOff x="4114800" y="1423987"/>
              <a:chExt cx="3961542" cy="4007547"/>
            </a:xfrm>
            <a:noFill/>
          </p:grpSpPr>
          <p:sp>
            <p:nvSpPr>
              <p:cNvPr id="27" name="Freeform: Shape 26">
                <a:extLst>
                  <a:ext uri="{FF2B5EF4-FFF2-40B4-BE49-F238E27FC236}">
                    <a16:creationId xmlns:a16="http://schemas.microsoft.com/office/drawing/2014/main" id="{257EC7EC-4934-4A65-B3AA-6AE3BD0739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8" name="Freeform: Shape 27">
                <a:extLst>
                  <a:ext uri="{FF2B5EF4-FFF2-40B4-BE49-F238E27FC236}">
                    <a16:creationId xmlns:a16="http://schemas.microsoft.com/office/drawing/2014/main" id="{201FEC27-F3E2-41E5-8C3B-FF66A13D8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 name="Freeform: Shape 28">
                <a:extLst>
                  <a:ext uri="{FF2B5EF4-FFF2-40B4-BE49-F238E27FC236}">
                    <a16:creationId xmlns:a16="http://schemas.microsoft.com/office/drawing/2014/main" id="{CBFE67A7-A995-43D6-8414-EBB2A758A0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 name="Freeform: Shape 29">
                <a:extLst>
                  <a:ext uri="{FF2B5EF4-FFF2-40B4-BE49-F238E27FC236}">
                    <a16:creationId xmlns:a16="http://schemas.microsoft.com/office/drawing/2014/main" id="{6DB28E40-FF5E-459D-B516-A16554BBBF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 name="Freeform: Shape 30">
                <a:extLst>
                  <a:ext uri="{FF2B5EF4-FFF2-40B4-BE49-F238E27FC236}">
                    <a16:creationId xmlns:a16="http://schemas.microsoft.com/office/drawing/2014/main" id="{9724247A-6615-4D27-80F0-3392762826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 name="Freeform: Shape 31">
                <a:extLst>
                  <a:ext uri="{FF2B5EF4-FFF2-40B4-BE49-F238E27FC236}">
                    <a16:creationId xmlns:a16="http://schemas.microsoft.com/office/drawing/2014/main" id="{495168B2-CEF6-486B-AD0C-D063CDD98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 name="Freeform: Shape 32">
                <a:extLst>
                  <a:ext uri="{FF2B5EF4-FFF2-40B4-BE49-F238E27FC236}">
                    <a16:creationId xmlns:a16="http://schemas.microsoft.com/office/drawing/2014/main" id="{E27C133D-9749-4B34-9018-29F3FF86C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6" name="Freeform: Shape 25">
              <a:extLst>
                <a:ext uri="{FF2B5EF4-FFF2-40B4-BE49-F238E27FC236}">
                  <a16:creationId xmlns:a16="http://schemas.microsoft.com/office/drawing/2014/main" id="{10388060-18B7-4BD6-A3C5-F6B8E1467E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aphicFrame>
        <p:nvGraphicFramePr>
          <p:cNvPr id="5" name="Content Placeholder 2">
            <a:extLst>
              <a:ext uri="{FF2B5EF4-FFF2-40B4-BE49-F238E27FC236}">
                <a16:creationId xmlns:a16="http://schemas.microsoft.com/office/drawing/2014/main" id="{98639D5C-9CDB-4E4A-68C9-14BC652482A5}"/>
              </a:ext>
            </a:extLst>
          </p:cNvPr>
          <p:cNvGraphicFramePr>
            <a:graphicFrameLocks noGrp="1"/>
          </p:cNvGraphicFramePr>
          <p:nvPr>
            <p:ph idx="1"/>
            <p:extLst>
              <p:ext uri="{D42A27DB-BD31-4B8C-83A1-F6EECF244321}">
                <p14:modId xmlns:p14="http://schemas.microsoft.com/office/powerpoint/2010/main" val="1430051080"/>
              </p:ext>
            </p:extLst>
          </p:nvPr>
        </p:nvGraphicFramePr>
        <p:xfrm>
          <a:off x="600306" y="1847031"/>
          <a:ext cx="10982090" cy="42760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468733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47B94-18B9-C449-17A2-B587BC2F5383}"/>
              </a:ext>
            </a:extLst>
          </p:cNvPr>
          <p:cNvSpPr>
            <a:spLocks noGrp="1"/>
          </p:cNvSpPr>
          <p:nvPr>
            <p:ph type="title"/>
          </p:nvPr>
        </p:nvSpPr>
        <p:spPr>
          <a:xfrm>
            <a:off x="838200" y="700405"/>
            <a:ext cx="10515600" cy="1325563"/>
          </a:xfrm>
        </p:spPr>
        <p:txBody>
          <a:bodyPr>
            <a:normAutofit fontScale="90000"/>
          </a:bodyPr>
          <a:lstStyle/>
          <a:p>
            <a:r>
              <a:rPr lang="en-IN" dirty="0"/>
              <a:t>Why this system is better than Normal Refrigeration Containers?</a:t>
            </a:r>
          </a:p>
        </p:txBody>
      </p:sp>
      <p:sp>
        <p:nvSpPr>
          <p:cNvPr id="3" name="Content Placeholder 2">
            <a:extLst>
              <a:ext uri="{FF2B5EF4-FFF2-40B4-BE49-F238E27FC236}">
                <a16:creationId xmlns:a16="http://schemas.microsoft.com/office/drawing/2014/main" id="{C483E1A3-4BF2-E7BF-ED14-F96ED54DBC2E}"/>
              </a:ext>
            </a:extLst>
          </p:cNvPr>
          <p:cNvSpPr>
            <a:spLocks noGrp="1"/>
          </p:cNvSpPr>
          <p:nvPr>
            <p:ph idx="1"/>
          </p:nvPr>
        </p:nvSpPr>
        <p:spPr>
          <a:xfrm>
            <a:off x="838200" y="2303145"/>
            <a:ext cx="10515600" cy="4351338"/>
          </a:xfrm>
        </p:spPr>
        <p:txBody>
          <a:bodyPr>
            <a:normAutofit fontScale="62500" lnSpcReduction="20000"/>
          </a:bodyPr>
          <a:lstStyle/>
          <a:p>
            <a:r>
              <a:rPr lang="en-IN" b="1" dirty="0"/>
              <a:t>Energy Efficiency: </a:t>
            </a:r>
            <a:r>
              <a:rPr lang="en-IN" dirty="0"/>
              <a:t>The system adjusts temperature only when needed, reducing power consumption.</a:t>
            </a:r>
          </a:p>
          <a:p>
            <a:r>
              <a:rPr lang="en-IN" b="1" dirty="0"/>
              <a:t>Cost-Effective:</a:t>
            </a:r>
            <a:r>
              <a:rPr lang="en-IN" dirty="0"/>
              <a:t> Lower energy usage leads to significant cost savings compared to full-container refrigeration.</a:t>
            </a:r>
          </a:p>
          <a:p>
            <a:r>
              <a:rPr lang="en-IN" b="1" dirty="0"/>
              <a:t>Real-Time Monitoring: </a:t>
            </a:r>
            <a:r>
              <a:rPr lang="en-IN" dirty="0"/>
              <a:t>Sensors continuously track temperature and humidity, ensuring optimal conditions.</a:t>
            </a:r>
          </a:p>
          <a:p>
            <a:r>
              <a:rPr lang="en-IN" b="1" dirty="0"/>
              <a:t>Food Safety: </a:t>
            </a:r>
            <a:r>
              <a:rPr lang="en-IN" dirty="0"/>
              <a:t>Maintains precise temperature control, preventing spoilage and ensuring quality.</a:t>
            </a:r>
          </a:p>
          <a:p>
            <a:r>
              <a:rPr lang="en-IN" b="1" dirty="0"/>
              <a:t>Data Logging: </a:t>
            </a:r>
            <a:r>
              <a:rPr lang="en-IN" dirty="0"/>
              <a:t>Stores temperature data for regulatory compliance and future analysis.</a:t>
            </a:r>
          </a:p>
          <a:p>
            <a:r>
              <a:rPr lang="en-IN" b="1" dirty="0"/>
              <a:t>Eco-Friendly:</a:t>
            </a:r>
            <a:r>
              <a:rPr lang="en-IN" dirty="0"/>
              <a:t> Reduces carbon footprint by minimizing unnecessary cooling operations.</a:t>
            </a:r>
          </a:p>
          <a:p>
            <a:r>
              <a:rPr lang="en-IN" b="1" dirty="0"/>
              <a:t>Smart Alerts: </a:t>
            </a:r>
            <a:r>
              <a:rPr lang="en-IN" dirty="0"/>
              <a:t>Sends notifications to the driver in case of temperature deviations or system failures.</a:t>
            </a:r>
          </a:p>
        </p:txBody>
      </p:sp>
    </p:spTree>
    <p:extLst>
      <p:ext uri="{BB962C8B-B14F-4D97-AF65-F5344CB8AC3E}">
        <p14:creationId xmlns:p14="http://schemas.microsoft.com/office/powerpoint/2010/main" val="21714618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2" name="Top Left">
            <a:extLst>
              <a:ext uri="{FF2B5EF4-FFF2-40B4-BE49-F238E27FC236}">
                <a16:creationId xmlns:a16="http://schemas.microsoft.com/office/drawing/2014/main" id="{7A38728C-77BC-4E70-B960-689E1056EA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34" name="Freeform: Shape 33">
              <a:extLst>
                <a:ext uri="{FF2B5EF4-FFF2-40B4-BE49-F238E27FC236}">
                  <a16:creationId xmlns:a16="http://schemas.microsoft.com/office/drawing/2014/main" id="{E77F1990-5FF8-435F-AEA0-EEADAC8AE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35" name="Freeform: Shape 34">
              <a:extLst>
                <a:ext uri="{FF2B5EF4-FFF2-40B4-BE49-F238E27FC236}">
                  <a16:creationId xmlns:a16="http://schemas.microsoft.com/office/drawing/2014/main" id="{464785CE-2256-40E9-994A-5009BA3397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6" name="Freeform: Shape 35">
              <a:extLst>
                <a:ext uri="{FF2B5EF4-FFF2-40B4-BE49-F238E27FC236}">
                  <a16:creationId xmlns:a16="http://schemas.microsoft.com/office/drawing/2014/main" id="{2ADB3A37-A8CF-4A83-9557-BCF0AE4592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35000"/>
                </a:schemeClr>
              </a:solidFill>
              <a:prstDash val="lgDash"/>
              <a:round/>
            </a:ln>
          </p:spPr>
          <p:txBody>
            <a:bodyPr rtlCol="0" anchor="ctr"/>
            <a:lstStyle/>
            <a:p>
              <a:endParaRPr lang="en-US"/>
            </a:p>
          </p:txBody>
        </p:sp>
        <p:sp>
          <p:nvSpPr>
            <p:cNvPr id="37" name="Freeform: Shape 36">
              <a:extLst>
                <a:ext uri="{FF2B5EF4-FFF2-40B4-BE49-F238E27FC236}">
                  <a16:creationId xmlns:a16="http://schemas.microsoft.com/office/drawing/2014/main" id="{C000F1EE-A903-4DF1-B7F4-7839D1C433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35000"/>
                </a:schemeClr>
              </a:solidFill>
              <a:prstDash val="lgDash"/>
              <a:round/>
            </a:ln>
          </p:spPr>
          <p:txBody>
            <a:bodyPr rtlCol="0" anchor="ctr"/>
            <a:lstStyle/>
            <a:p>
              <a:endParaRPr lang="en-US"/>
            </a:p>
          </p:txBody>
        </p:sp>
        <p:sp>
          <p:nvSpPr>
            <p:cNvPr id="38" name="Freeform: Shape 37">
              <a:extLst>
                <a:ext uri="{FF2B5EF4-FFF2-40B4-BE49-F238E27FC236}">
                  <a16:creationId xmlns:a16="http://schemas.microsoft.com/office/drawing/2014/main" id="{643B1BFC-D490-4EED-BCBD-CACB6CE5D1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35000"/>
                </a:schemeClr>
              </a:solidFill>
              <a:prstDash val="lgDash"/>
              <a:round/>
            </a:ln>
          </p:spPr>
          <p:txBody>
            <a:bodyPr rtlCol="0" anchor="ctr"/>
            <a:lstStyle/>
            <a:p>
              <a:endParaRPr lang="en-US"/>
            </a:p>
          </p:txBody>
        </p:sp>
        <p:sp>
          <p:nvSpPr>
            <p:cNvPr id="39" name="Freeform: Shape 38">
              <a:extLst>
                <a:ext uri="{FF2B5EF4-FFF2-40B4-BE49-F238E27FC236}">
                  <a16:creationId xmlns:a16="http://schemas.microsoft.com/office/drawing/2014/main" id="{BA0E29B4-595E-470E-B39E-AC8160BB4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35000"/>
                </a:schemeClr>
              </a:solidFill>
              <a:prstDash val="lgDash"/>
              <a:round/>
            </a:ln>
          </p:spPr>
          <p:txBody>
            <a:bodyPr rtlCol="0" anchor="ctr"/>
            <a:lstStyle/>
            <a:p>
              <a:endParaRPr lang="en-US"/>
            </a:p>
          </p:txBody>
        </p:sp>
        <p:sp>
          <p:nvSpPr>
            <p:cNvPr id="40" name="Freeform: Shape 39">
              <a:extLst>
                <a:ext uri="{FF2B5EF4-FFF2-40B4-BE49-F238E27FC236}">
                  <a16:creationId xmlns:a16="http://schemas.microsoft.com/office/drawing/2014/main" id="{F7EDEB06-3957-4677-9B94-A5AA52A932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35000"/>
                </a:schemeClr>
              </a:solidFill>
              <a:prstDash val="lgDash"/>
              <a:round/>
            </a:ln>
          </p:spPr>
          <p:txBody>
            <a:bodyPr rtlCol="0" anchor="ctr"/>
            <a:lstStyle/>
            <a:p>
              <a:endParaRPr lang="en-US"/>
            </a:p>
          </p:txBody>
        </p:sp>
        <p:sp>
          <p:nvSpPr>
            <p:cNvPr id="41" name="Freeform: Shape 40">
              <a:extLst>
                <a:ext uri="{FF2B5EF4-FFF2-40B4-BE49-F238E27FC236}">
                  <a16:creationId xmlns:a16="http://schemas.microsoft.com/office/drawing/2014/main" id="{F04747DD-3DAB-443F-B3DD-D573484D93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 name="Title 1">
            <a:extLst>
              <a:ext uri="{FF2B5EF4-FFF2-40B4-BE49-F238E27FC236}">
                <a16:creationId xmlns:a16="http://schemas.microsoft.com/office/drawing/2014/main" id="{2C61C2EE-98C5-ABBC-EE06-D7846433E815}"/>
              </a:ext>
            </a:extLst>
          </p:cNvPr>
          <p:cNvSpPr>
            <a:spLocks noGrp="1"/>
          </p:cNvSpPr>
          <p:nvPr>
            <p:ph type="title"/>
          </p:nvPr>
        </p:nvSpPr>
        <p:spPr>
          <a:xfrm>
            <a:off x="1198181" y="559813"/>
            <a:ext cx="4811517" cy="5577934"/>
          </a:xfrm>
        </p:spPr>
        <p:txBody>
          <a:bodyPr>
            <a:normAutofit/>
          </a:bodyPr>
          <a:lstStyle/>
          <a:p>
            <a:r>
              <a:rPr lang="en-IN"/>
              <a:t>References</a:t>
            </a:r>
            <a:endParaRPr lang="en-IN" dirty="0"/>
          </a:p>
        </p:txBody>
      </p:sp>
      <p:grpSp>
        <p:nvGrpSpPr>
          <p:cNvPr id="22" name="Bottom Right">
            <a:extLst>
              <a:ext uri="{FF2B5EF4-FFF2-40B4-BE49-F238E27FC236}">
                <a16:creationId xmlns:a16="http://schemas.microsoft.com/office/drawing/2014/main" id="{79F18033-1460-4018-A612-7791A59443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42" name="Freeform: Shape 41">
              <a:extLst>
                <a:ext uri="{FF2B5EF4-FFF2-40B4-BE49-F238E27FC236}">
                  <a16:creationId xmlns:a16="http://schemas.microsoft.com/office/drawing/2014/main" id="{0DA575E3-8440-4D3D-ADE6-306C68A40E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24" name="Graphic 157">
              <a:extLst>
                <a:ext uri="{FF2B5EF4-FFF2-40B4-BE49-F238E27FC236}">
                  <a16:creationId xmlns:a16="http://schemas.microsoft.com/office/drawing/2014/main" id="{97C091F6-0ACA-47D7-AD10-B0A6434C8FE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43" name="Freeform: Shape 42">
                <a:extLst>
                  <a:ext uri="{FF2B5EF4-FFF2-40B4-BE49-F238E27FC236}">
                    <a16:creationId xmlns:a16="http://schemas.microsoft.com/office/drawing/2014/main" id="{C22CAA67-B5DC-4FC5-8F63-07975585B3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44" name="Freeform: Shape 43">
                <a:extLst>
                  <a:ext uri="{FF2B5EF4-FFF2-40B4-BE49-F238E27FC236}">
                    <a16:creationId xmlns:a16="http://schemas.microsoft.com/office/drawing/2014/main" id="{1F0D0EED-0A88-4489-92EA-6BDE581E18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45" name="Freeform: Shape 44">
                <a:extLst>
                  <a:ext uri="{FF2B5EF4-FFF2-40B4-BE49-F238E27FC236}">
                    <a16:creationId xmlns:a16="http://schemas.microsoft.com/office/drawing/2014/main" id="{D1FA96F0-4E1A-4485-8096-5825381C0B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46" name="Freeform: Shape 45">
                <a:extLst>
                  <a:ext uri="{FF2B5EF4-FFF2-40B4-BE49-F238E27FC236}">
                    <a16:creationId xmlns:a16="http://schemas.microsoft.com/office/drawing/2014/main" id="{A36D099C-F03A-4E04-90B8-1113710FC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47" name="Freeform: Shape 46">
                <a:extLst>
                  <a:ext uri="{FF2B5EF4-FFF2-40B4-BE49-F238E27FC236}">
                    <a16:creationId xmlns:a16="http://schemas.microsoft.com/office/drawing/2014/main" id="{6BDC2E18-6FEE-460E-B3F5-AE9699B679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48" name="Freeform: Shape 47">
                <a:extLst>
                  <a:ext uri="{FF2B5EF4-FFF2-40B4-BE49-F238E27FC236}">
                    <a16:creationId xmlns:a16="http://schemas.microsoft.com/office/drawing/2014/main" id="{31BC359D-4AD5-412F-BFD8-9BC2FDFA76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49" name="Freeform: Shape 48">
                <a:extLst>
                  <a:ext uri="{FF2B5EF4-FFF2-40B4-BE49-F238E27FC236}">
                    <a16:creationId xmlns:a16="http://schemas.microsoft.com/office/drawing/2014/main" id="{7352F9A6-591C-49FF-BA68-8BCA6FC494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50" name="Freeform: Shape 49">
              <a:extLst>
                <a:ext uri="{FF2B5EF4-FFF2-40B4-BE49-F238E27FC236}">
                  <a16:creationId xmlns:a16="http://schemas.microsoft.com/office/drawing/2014/main" id="{12FD30F0-A1E2-4FFC-BF98-2BF2C14B95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Content Placeholder 2">
            <a:extLst>
              <a:ext uri="{FF2B5EF4-FFF2-40B4-BE49-F238E27FC236}">
                <a16:creationId xmlns:a16="http://schemas.microsoft.com/office/drawing/2014/main" id="{00C86F57-D54E-2CA7-CAA7-DE77813A9CBA}"/>
              </a:ext>
            </a:extLst>
          </p:cNvPr>
          <p:cNvSpPr>
            <a:spLocks noGrp="1"/>
          </p:cNvSpPr>
          <p:nvPr>
            <p:ph idx="1"/>
          </p:nvPr>
        </p:nvSpPr>
        <p:spPr>
          <a:xfrm>
            <a:off x="6189134" y="716366"/>
            <a:ext cx="4984143" cy="5396722"/>
          </a:xfrm>
        </p:spPr>
        <p:txBody>
          <a:bodyPr>
            <a:normAutofit/>
          </a:bodyPr>
          <a:lstStyle/>
          <a:p>
            <a:pPr marL="0" indent="0">
              <a:lnSpc>
                <a:spcPct val="100000"/>
              </a:lnSpc>
              <a:buNone/>
            </a:pPr>
            <a:r>
              <a:rPr lang="en-IN" sz="1800" b="1"/>
              <a:t>Papers:</a:t>
            </a:r>
            <a:br>
              <a:rPr lang="en-IN" sz="1800" b="1"/>
            </a:br>
            <a:r>
              <a:rPr lang="en-IN" sz="1800" b="1"/>
              <a:t>         </a:t>
            </a:r>
            <a:r>
              <a:rPr lang="en-US" sz="1800"/>
              <a:t>Development of an Arduino-based Field Heat Regulator for Fruit Storage and Transportation, IAES International Journal of Robotics and Automation (IJRA), Vol. 13, No. 3, September 2024.</a:t>
            </a:r>
          </a:p>
          <a:p>
            <a:pPr marL="0" indent="0">
              <a:lnSpc>
                <a:spcPct val="100000"/>
              </a:lnSpc>
              <a:buNone/>
            </a:pPr>
            <a:r>
              <a:rPr lang="en-IN" sz="1800" b="1"/>
              <a:t>Datasheets:</a:t>
            </a:r>
          </a:p>
          <a:p>
            <a:pPr lvl="1">
              <a:lnSpc>
                <a:spcPct val="100000"/>
              </a:lnSpc>
              <a:buFont typeface="Arial" panose="020B0604020202020204" pitchFamily="34" charset="0"/>
              <a:buChar char="•"/>
            </a:pPr>
            <a:r>
              <a:rPr lang="en-IN" sz="1800"/>
              <a:t>DHT11 Sensor Datasheet</a:t>
            </a:r>
          </a:p>
          <a:p>
            <a:pPr lvl="1">
              <a:lnSpc>
                <a:spcPct val="100000"/>
              </a:lnSpc>
              <a:buFont typeface="Arial" panose="020B0604020202020204" pitchFamily="34" charset="0"/>
              <a:buChar char="•"/>
            </a:pPr>
            <a:r>
              <a:rPr lang="en-IN" sz="1800"/>
              <a:t>LM35 Sensor Datasheet</a:t>
            </a:r>
          </a:p>
          <a:p>
            <a:pPr lvl="1">
              <a:lnSpc>
                <a:spcPct val="100000"/>
              </a:lnSpc>
              <a:buFont typeface="Arial" panose="020B0604020202020204" pitchFamily="34" charset="0"/>
              <a:buChar char="•"/>
            </a:pPr>
            <a:r>
              <a:rPr lang="en-IN" sz="1800"/>
              <a:t>DS18B20 Sensor Datasheet</a:t>
            </a:r>
          </a:p>
          <a:p>
            <a:pPr marL="0" indent="0">
              <a:lnSpc>
                <a:spcPct val="100000"/>
              </a:lnSpc>
              <a:buNone/>
            </a:pPr>
            <a:r>
              <a:rPr lang="en-IN" sz="1800" b="1"/>
              <a:t>Arduino Libraries:</a:t>
            </a:r>
          </a:p>
          <a:p>
            <a:pPr lvl="1">
              <a:lnSpc>
                <a:spcPct val="100000"/>
              </a:lnSpc>
              <a:buFont typeface="Arial" panose="020B0604020202020204" pitchFamily="34" charset="0"/>
              <a:buChar char="•"/>
            </a:pPr>
            <a:r>
              <a:rPr lang="en-IN" sz="1800">
                <a:hlinkClick r:id="rId2">
                  <a:extLst>
                    <a:ext uri="{A12FA001-AC4F-418D-AE19-62706E023703}">
                      <ahyp:hlinkClr xmlns:ahyp="http://schemas.microsoft.com/office/drawing/2018/hyperlinkcolor" val="tx"/>
                    </a:ext>
                  </a:extLst>
                </a:hlinkClick>
              </a:rPr>
              <a:t>DHT Sensor Library (Adafruit)</a:t>
            </a:r>
            <a:endParaRPr lang="en-IN" sz="1800"/>
          </a:p>
          <a:p>
            <a:pPr lvl="1">
              <a:lnSpc>
                <a:spcPct val="100000"/>
              </a:lnSpc>
              <a:buFont typeface="Arial" panose="020B0604020202020204" pitchFamily="34" charset="0"/>
              <a:buChar char="•"/>
            </a:pPr>
            <a:r>
              <a:rPr lang="en-IN" sz="1800">
                <a:hlinkClick r:id="rId3">
                  <a:extLst>
                    <a:ext uri="{A12FA001-AC4F-418D-AE19-62706E023703}">
                      <ahyp:hlinkClr xmlns:ahyp="http://schemas.microsoft.com/office/drawing/2018/hyperlinkcolor" val="tx"/>
                    </a:ext>
                  </a:extLst>
                </a:hlinkClick>
              </a:rPr>
              <a:t>One-Wire Library for DS18B20</a:t>
            </a:r>
            <a:endParaRPr lang="en-IN" sz="1800"/>
          </a:p>
          <a:p>
            <a:pPr lvl="1">
              <a:lnSpc>
                <a:spcPct val="100000"/>
              </a:lnSpc>
              <a:buFont typeface="Arial" panose="020B0604020202020204" pitchFamily="34" charset="0"/>
              <a:buChar char="•"/>
            </a:pPr>
            <a:r>
              <a:rPr lang="en-IN" sz="1800">
                <a:hlinkClick r:id="rId4">
                  <a:extLst>
                    <a:ext uri="{A12FA001-AC4F-418D-AE19-62706E023703}">
                      <ahyp:hlinkClr xmlns:ahyp="http://schemas.microsoft.com/office/drawing/2018/hyperlinkcolor" val="tx"/>
                    </a:ext>
                  </a:extLst>
                </a:hlinkClick>
              </a:rPr>
              <a:t>Relay LibraryIoT </a:t>
            </a:r>
            <a:endParaRPr lang="en-IN" sz="1800"/>
          </a:p>
          <a:p>
            <a:pPr marL="0" indent="0">
              <a:lnSpc>
                <a:spcPct val="100000"/>
              </a:lnSpc>
              <a:buNone/>
            </a:pPr>
            <a:r>
              <a:rPr lang="en-IN" sz="1800" b="1"/>
              <a:t>Reference Link:</a:t>
            </a:r>
          </a:p>
          <a:p>
            <a:pPr lvl="1">
              <a:lnSpc>
                <a:spcPct val="100000"/>
              </a:lnSpc>
              <a:buFont typeface="Arial" panose="020B0604020202020204" pitchFamily="34" charset="0"/>
              <a:buChar char="•"/>
            </a:pPr>
            <a:r>
              <a:rPr lang="en-IN" sz="1800">
                <a:hlinkClick r:id="rId5">
                  <a:extLst>
                    <a:ext uri="{A12FA001-AC4F-418D-AE19-62706E023703}">
                      <ahyp:hlinkClr xmlns:ahyp="http://schemas.microsoft.com/office/drawing/2018/hyperlinkcolor" val="tx"/>
                    </a:ext>
                  </a:extLst>
                </a:hlinkClick>
              </a:rPr>
              <a:t>Project Files</a:t>
            </a:r>
            <a:endParaRPr lang="en-IN" sz="1800"/>
          </a:p>
        </p:txBody>
      </p:sp>
    </p:spTree>
    <p:extLst>
      <p:ext uri="{BB962C8B-B14F-4D97-AF65-F5344CB8AC3E}">
        <p14:creationId xmlns:p14="http://schemas.microsoft.com/office/powerpoint/2010/main" val="26624033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5E05379-7B6C-9C06-A95F-1F482B5F7263}"/>
              </a:ext>
            </a:extLst>
          </p:cNvPr>
          <p:cNvSpPr>
            <a:spLocks noGrp="1"/>
          </p:cNvSpPr>
          <p:nvPr>
            <p:ph type="ctrTitle"/>
          </p:nvPr>
        </p:nvSpPr>
        <p:spPr>
          <a:xfrm>
            <a:off x="1524000" y="1599883"/>
            <a:ext cx="9144000" cy="2387600"/>
          </a:xfrm>
        </p:spPr>
        <p:txBody>
          <a:bodyPr/>
          <a:lstStyle/>
          <a:p>
            <a:r>
              <a:rPr lang="en-IN" dirty="0"/>
              <a:t>Thank You</a:t>
            </a:r>
          </a:p>
        </p:txBody>
      </p:sp>
    </p:spTree>
    <p:extLst>
      <p:ext uri="{BB962C8B-B14F-4D97-AF65-F5344CB8AC3E}">
        <p14:creationId xmlns:p14="http://schemas.microsoft.com/office/powerpoint/2010/main" val="1904048420"/>
      </p:ext>
    </p:extLst>
  </p:cSld>
  <p:clrMapOvr>
    <a:masterClrMapping/>
  </p:clrMapOvr>
</p:sld>
</file>

<file path=ppt/theme/theme1.xml><?xml version="1.0" encoding="utf-8"?>
<a:theme xmlns:a="http://schemas.openxmlformats.org/drawingml/2006/main" name="ExploreVTI">
  <a:themeElements>
    <a:clrScheme name="Custom 33">
      <a:dk1>
        <a:sysClr val="windowText" lastClr="000000"/>
      </a:dk1>
      <a:lt1>
        <a:sysClr val="window" lastClr="FFFFFF"/>
      </a:lt1>
      <a:dk2>
        <a:srgbClr val="201449"/>
      </a:dk2>
      <a:lt2>
        <a:srgbClr val="F3F0E9"/>
      </a:lt2>
      <a:accent1>
        <a:srgbClr val="E45221"/>
      </a:accent1>
      <a:accent2>
        <a:srgbClr val="4D4EE6"/>
      </a:accent2>
      <a:accent3>
        <a:srgbClr val="454B78"/>
      </a:accent3>
      <a:accent4>
        <a:srgbClr val="A3A3C1"/>
      </a:accent4>
      <a:accent5>
        <a:srgbClr val="7162FE"/>
      </a:accent5>
      <a:accent6>
        <a:srgbClr val="1EBE9B"/>
      </a:accent6>
      <a:hlink>
        <a:srgbClr val="F900A0"/>
      </a:hlink>
      <a:folHlink>
        <a:srgbClr val="954F72"/>
      </a:folHlink>
    </a:clrScheme>
    <a:fontScheme name="Custom 23">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loreVTI" id="{157DDAE2-BFCD-43FD-9602-E5EFEAD66DC3}" vid="{04B6EBF8-4645-4305-9753-050B420478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Explore</Template>
  <TotalTime>668</TotalTime>
  <Words>1743</Words>
  <Application>Microsoft Office PowerPoint</Application>
  <PresentationFormat>Widescreen</PresentationFormat>
  <Paragraphs>194</Paragraphs>
  <Slides>32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Aptos</vt:lpstr>
      <vt:lpstr>Arial</vt:lpstr>
      <vt:lpstr>Avenir Next LT Pro</vt:lpstr>
      <vt:lpstr>AvenirNext LT Pro Medium</vt:lpstr>
      <vt:lpstr>Posterama</vt:lpstr>
      <vt:lpstr>Segoe UI Semilight</vt:lpstr>
      <vt:lpstr>ExploreVTI</vt:lpstr>
      <vt:lpstr>Food Perish Prevention System</vt:lpstr>
      <vt:lpstr>Abstract</vt:lpstr>
      <vt:lpstr>Problem Statement</vt:lpstr>
      <vt:lpstr>Proposed Solution</vt:lpstr>
      <vt:lpstr>Flowchart(Workflow)</vt:lpstr>
      <vt:lpstr>Explanation</vt:lpstr>
      <vt:lpstr>PowerPoint Presentation</vt:lpstr>
      <vt:lpstr>Flowchart(Hardware)</vt:lpstr>
      <vt:lpstr>Based on type</vt:lpstr>
      <vt:lpstr>Prototype Application for Indian Trucks (3.5 Ton Load Capacity)</vt:lpstr>
      <vt:lpstr>Prototype </vt:lpstr>
      <vt:lpstr>Intelligent Temperature-Controlled Container Prototype </vt:lpstr>
      <vt:lpstr>Key Components Used</vt:lpstr>
      <vt:lpstr>Key Components Used</vt:lpstr>
      <vt:lpstr>Sensors</vt:lpstr>
      <vt:lpstr>Sensors</vt:lpstr>
      <vt:lpstr>Sensors</vt:lpstr>
      <vt:lpstr>Other Components</vt:lpstr>
      <vt:lpstr>Other Components</vt:lpstr>
      <vt:lpstr>Other Components</vt:lpstr>
      <vt:lpstr>Other Components</vt:lpstr>
      <vt:lpstr>Other Components</vt:lpstr>
      <vt:lpstr>Other Components</vt:lpstr>
      <vt:lpstr>PowerPoint Presentation</vt:lpstr>
      <vt:lpstr>Uploading data in Cloud</vt:lpstr>
      <vt:lpstr>How Data is Saved on ThingSpeak</vt:lpstr>
      <vt:lpstr>PowerPoint Presentation</vt:lpstr>
      <vt:lpstr>PowerPoint Presentation</vt:lpstr>
      <vt:lpstr>Final Product Enhancements &amp; Scalability</vt:lpstr>
      <vt:lpstr>Why this system is better than Normal Refrigeration Containers?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Jones A</dc:creator>
  <cp:lastModifiedBy>Jones A</cp:lastModifiedBy>
  <cp:revision>4</cp:revision>
  <dcterms:created xsi:type="dcterms:W3CDTF">2025-03-12T02:43:43Z</dcterms:created>
  <dcterms:modified xsi:type="dcterms:W3CDTF">2025-05-20T04:12:31Z</dcterms:modified>
</cp:coreProperties>
</file>